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12"/>
  </p:notesMasterIdLst>
  <p:sldIdLst>
    <p:sldId id="334" r:id="rId2"/>
    <p:sldId id="356" r:id="rId3"/>
    <p:sldId id="355" r:id="rId4"/>
    <p:sldId id="362" r:id="rId5"/>
    <p:sldId id="366" r:id="rId6"/>
    <p:sldId id="363" r:id="rId7"/>
    <p:sldId id="358" r:id="rId8"/>
    <p:sldId id="360" r:id="rId9"/>
    <p:sldId id="357" r:id="rId10"/>
    <p:sldId id="3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68C"/>
    <a:srgbClr val="FFCA54"/>
    <a:srgbClr val="FF972E"/>
    <a:srgbClr val="57A9BD"/>
    <a:srgbClr val="3D3D3D"/>
    <a:srgbClr val="FFB329"/>
    <a:srgbClr val="7FFFE7"/>
    <a:srgbClr val="1A1E8A"/>
    <a:srgbClr val="F898B5"/>
    <a:srgbClr val="1F3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99"/>
    <p:restoredTop sz="89645"/>
  </p:normalViewPr>
  <p:slideViewPr>
    <p:cSldViewPr snapToGrid="0">
      <p:cViewPr varScale="1">
        <p:scale>
          <a:sx n="109" d="100"/>
          <a:sy n="109" d="100"/>
        </p:scale>
        <p:origin x="10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37812-C4D0-0647-983A-CD0AFBE9B2BA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EE971-73DC-9E45-8558-55708FB03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280F-3253-9F15-7C05-511B67F55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10DC9-A166-864D-DA46-4D9EBAEAA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51D76-7818-E7E9-219A-DB0226E7A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A65B4-1C95-6463-03B6-1B9987E50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EE971-73DC-9E45-8558-55708FB03C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28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4F39A63D-1043-B495-1BC9-F539365D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7BF3B58B-FDE8-F006-AEA1-0CEFA48233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DCC5CAC5-3F3A-498A-B7FF-B0033C7B0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704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553F62B3-18EC-AAC7-56B2-616335BE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36CA20C7-43D9-52DE-1722-F99166014C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35A0A4DB-20BE-8D38-AC94-33993E417E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97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961D5271-7DF5-C000-AD61-728FDB8A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EB97EC41-0D4D-7C8A-4C95-A46851192C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48FC5FAC-60F3-0F04-1DFE-30CC30E27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437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9FC38D47-2383-A54D-E02D-B639A840F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F5A456CA-6921-1262-D77D-D34B448DEE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87363B6B-13F7-34B2-1EB3-26D58BEE6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524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1F412E77-1141-6E17-2C2C-F7366C638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75C93308-A6A7-45C3-EF0E-B93B50C97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2EC4EA42-F928-265C-9986-8111869A19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358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0533B44F-9059-9317-0BD5-10FE4765D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8966A654-5DE8-28A3-7EA2-871CCEF6F4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6A0068AE-EAE9-AF96-21C6-781757532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80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06D90658-1F0F-A4FC-AEA9-2780A6C42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B607559A-27AE-FA37-3E44-03B00AE88C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9BB12C43-5754-7C9E-7375-C5079FD86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234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F3D5927C-641F-DBB8-DBE1-489379479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7B68A16D-5C1D-A92A-74DD-D4EFB3B0F8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05D2B447-03F1-7FB3-1847-FAA19FDD4F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450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B5EC2016-1E59-9BF7-D057-8207FECA8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F46219FD-1895-AAC3-0790-7849FA510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2D2B17DA-0EDB-9AF0-49E5-4CA70A308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384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98A5-C087-784A-A5B7-6F3964D00BD6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2C03-01A9-4F42-845C-53AC1BF3EC44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0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6CEA-6EE9-9F4E-8761-AEA1AE3E0A70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786F-7959-ED46-8AC7-83E738059077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3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C68E-9CBA-F44D-B3CB-0200A9CB87C1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04D4-685D-2449-86A4-BCF3637BD2E5}" type="datetime1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8CC3-A68A-274B-A662-799610CF23DF}" type="datetime1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3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8720-36E2-864B-B3C5-BF9262029B32}" type="datetime1">
              <a:rPr lang="en-US" smtClean="0"/>
              <a:t>9/24/26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3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AA384C1-8BD6-B444-9DE2-60584836B2A9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7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8C81-9867-8243-8420-12A7F4F78C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0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77DF-4683-9640-829B-489F07E6CB6F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725842-727D-7840-B298-E7A02210D9AC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ov"/><Relationship Id="rId1" Type="http://schemas.microsoft.com/office/2007/relationships/media" Target="../media/media3.mov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ov"/><Relationship Id="rId1" Type="http://schemas.microsoft.com/office/2007/relationships/media" Target="../media/media4.mov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ADEB91-5F01-3726-0B89-AA8821EC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3470-ABBC-04C7-3A26-E7E194E6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54" y="2030818"/>
            <a:ext cx="9075492" cy="279636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4000" dirty="0"/>
              <a:t>Sample Images</a:t>
            </a:r>
          </a:p>
        </p:txBody>
      </p:sp>
    </p:spTree>
    <p:extLst>
      <p:ext uri="{BB962C8B-B14F-4D97-AF65-F5344CB8AC3E}">
        <p14:creationId xmlns:p14="http://schemas.microsoft.com/office/powerpoint/2010/main" val="183901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AF649AFC-401D-1A08-BAAF-DA9B599F6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C44B0B68-0394-BFE7-21EC-ED65EC95FE0A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Add Images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8DABFB8B-35C0-BA2F-408D-271F63101633}"/>
              </a:ext>
            </a:extLst>
          </p:cNvPr>
          <p:cNvSpPr/>
          <p:nvPr/>
        </p:nvSpPr>
        <p:spPr>
          <a:xfrm>
            <a:off x="522514" y="1288551"/>
            <a:ext cx="7488150" cy="3571573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DA8C55-2221-49B1-96D0-077D20528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69" y="1311614"/>
            <a:ext cx="7327518" cy="3492875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9FD9AF-9425-14A2-432A-E876F19A05A9}"/>
              </a:ext>
            </a:extLst>
          </p:cNvPr>
          <p:cNvSpPr/>
          <p:nvPr/>
        </p:nvSpPr>
        <p:spPr>
          <a:xfrm>
            <a:off x="669834" y="3236192"/>
            <a:ext cx="611454" cy="214520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A28B78C-7CA3-9595-A8E4-AE1D62F0411E}"/>
              </a:ext>
            </a:extLst>
          </p:cNvPr>
          <p:cNvSpPr/>
          <p:nvPr/>
        </p:nvSpPr>
        <p:spPr>
          <a:xfrm>
            <a:off x="6906126" y="1811339"/>
            <a:ext cx="649706" cy="268374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8BB4FE4-66CB-5B49-D1AF-2DD9E9839CD6}"/>
              </a:ext>
            </a:extLst>
          </p:cNvPr>
          <p:cNvGrpSpPr/>
          <p:nvPr/>
        </p:nvGrpSpPr>
        <p:grpSpPr>
          <a:xfrm>
            <a:off x="1978260" y="4444473"/>
            <a:ext cx="9132475" cy="2227182"/>
            <a:chOff x="5315608" y="4262571"/>
            <a:chExt cx="8693453" cy="2041929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3E7624D4-A0F7-792F-67BF-3147A081D69D}"/>
                </a:ext>
              </a:extLst>
            </p:cNvPr>
            <p:cNvSpPr/>
            <p:nvPr/>
          </p:nvSpPr>
          <p:spPr>
            <a:xfrm>
              <a:off x="5315608" y="4262571"/>
              <a:ext cx="8693453" cy="2041929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28C2E14-46EA-8834-F1FA-3A97556CF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591" t="4060" r="1699" b="6572"/>
            <a:stretch>
              <a:fillRect/>
            </a:stretch>
          </p:blipFill>
          <p:spPr>
            <a:xfrm>
              <a:off x="5336050" y="4372400"/>
              <a:ext cx="6181958" cy="189713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B407ED-53A2-ABA9-EA54-8D25A8EC7498}"/>
              </a:ext>
            </a:extLst>
          </p:cNvPr>
          <p:cNvGrpSpPr/>
          <p:nvPr/>
        </p:nvGrpSpPr>
        <p:grpSpPr>
          <a:xfrm>
            <a:off x="307198" y="3204376"/>
            <a:ext cx="275685" cy="278152"/>
            <a:chOff x="643848" y="1739377"/>
            <a:chExt cx="384238" cy="384048"/>
          </a:xfrm>
        </p:grpSpPr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7896F5FF-B212-81E0-BC5D-465C81589070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F9BE4FCA-3CB5-5B8D-3656-938FF5F52652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1</a:t>
              </a:r>
              <a:endParaRPr lang="en-US" sz="14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21315BC-F7F3-19B3-53C4-AB09756D4B91}"/>
              </a:ext>
            </a:extLst>
          </p:cNvPr>
          <p:cNvGrpSpPr/>
          <p:nvPr/>
        </p:nvGrpSpPr>
        <p:grpSpPr>
          <a:xfrm>
            <a:off x="8225844" y="1288551"/>
            <a:ext cx="3137347" cy="2954232"/>
            <a:chOff x="8096708" y="1288551"/>
            <a:chExt cx="3137347" cy="2954232"/>
          </a:xfrm>
        </p:grpSpPr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6F423E8E-F087-8B3F-EF92-C4879A28C8B0}"/>
                </a:ext>
              </a:extLst>
            </p:cNvPr>
            <p:cNvSpPr/>
            <p:nvPr/>
          </p:nvSpPr>
          <p:spPr>
            <a:xfrm>
              <a:off x="8096708" y="1404828"/>
              <a:ext cx="3137347" cy="2837955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25400">
              <a:solidFill>
                <a:srgbClr val="FFC00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8F1F3DBD-BC25-3668-4443-BF8E555058C3}"/>
                </a:ext>
              </a:extLst>
            </p:cNvPr>
            <p:cNvSpPr/>
            <p:nvPr/>
          </p:nvSpPr>
          <p:spPr>
            <a:xfrm>
              <a:off x="8182227" y="1288551"/>
              <a:ext cx="2955578" cy="5112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66768C"/>
                  </a:solidFill>
                </a:rPr>
                <a:t>Add Image and upload a file or external link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A95C88-BE46-16D8-CD25-622251846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28000"/>
                      </a14:imgEffect>
                    </a14:imgLayer>
                  </a14:imgProps>
                </a:ext>
              </a:extLst>
            </a:blip>
            <a:srcRect l="3083" t="3423" r="2426" b="2485"/>
            <a:stretch>
              <a:fillRect/>
            </a:stretch>
          </p:blipFill>
          <p:spPr>
            <a:xfrm>
              <a:off x="8182227" y="1661305"/>
              <a:ext cx="2955578" cy="2488263"/>
            </a:xfrm>
            <a:prstGeom prst="rect">
              <a:avLst/>
            </a:prstGeom>
            <a:ln w="25400">
              <a:noFill/>
            </a:ln>
            <a:effectLst/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CDEBD8-6535-9B30-1FFB-40D9574501A9}"/>
              </a:ext>
            </a:extLst>
          </p:cNvPr>
          <p:cNvGrpSpPr/>
          <p:nvPr/>
        </p:nvGrpSpPr>
        <p:grpSpPr>
          <a:xfrm>
            <a:off x="6906126" y="1455372"/>
            <a:ext cx="275685" cy="278152"/>
            <a:chOff x="643848" y="1739377"/>
            <a:chExt cx="384238" cy="384048"/>
          </a:xfrm>
        </p:grpSpPr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9B798890-09E3-9E22-EF7F-3A258B83BEA6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9AC423E8-FE63-42D6-8980-DF3441143E89}"/>
                </a:ext>
              </a:extLst>
            </p:cNvPr>
            <p:cNvSpPr/>
            <p:nvPr/>
          </p:nvSpPr>
          <p:spPr>
            <a:xfrm>
              <a:off x="644038" y="1811378"/>
              <a:ext cx="384048" cy="2326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2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D92EE55-8DAB-674C-DE9C-612E020B94DB}"/>
              </a:ext>
            </a:extLst>
          </p:cNvPr>
          <p:cNvGrpSpPr/>
          <p:nvPr/>
        </p:nvGrpSpPr>
        <p:grpSpPr>
          <a:xfrm>
            <a:off x="1639015" y="4432207"/>
            <a:ext cx="275685" cy="278152"/>
            <a:chOff x="643848" y="1739377"/>
            <a:chExt cx="384238" cy="384048"/>
          </a:xfrm>
        </p:grpSpPr>
        <p:sp>
          <p:nvSpPr>
            <p:cNvPr id="29" name="Shape 3">
              <a:extLst>
                <a:ext uri="{FF2B5EF4-FFF2-40B4-BE49-F238E27FC236}">
                  <a16:creationId xmlns:a16="http://schemas.microsoft.com/office/drawing/2014/main" id="{59404C1F-18F3-907F-6107-9D119FF0736F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17CA90EF-1AF6-7D00-505F-6F73DBDF19EA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3</a:t>
              </a:r>
              <a:endParaRPr lang="en-US" sz="1400" dirty="0"/>
            </a:p>
          </p:txBody>
        </p:sp>
      </p:grpSp>
      <p:sp>
        <p:nvSpPr>
          <p:cNvPr id="19" name="Text 5">
            <a:extLst>
              <a:ext uri="{FF2B5EF4-FFF2-40B4-BE49-F238E27FC236}">
                <a16:creationId xmlns:a16="http://schemas.microsoft.com/office/drawing/2014/main" id="{6A78F6D5-773B-EFAE-4CD8-2D5489C318DD}"/>
              </a:ext>
            </a:extLst>
          </p:cNvPr>
          <p:cNvSpPr/>
          <p:nvPr/>
        </p:nvSpPr>
        <p:spPr>
          <a:xfrm>
            <a:off x="1649003" y="3144106"/>
            <a:ext cx="1893397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Add up to 5GB of images under </a:t>
            </a:r>
            <a:r>
              <a:rPr lang="en-US" sz="1300" b="1" dirty="0">
                <a:solidFill>
                  <a:srgbClr val="66768C"/>
                </a:solidFill>
              </a:rPr>
              <a:t>Sample Images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EAA3756-5D63-CDB1-0CF5-A60CF942F32F}"/>
              </a:ext>
            </a:extLst>
          </p:cNvPr>
          <p:cNvCxnSpPr>
            <a:cxnSpLocks/>
          </p:cNvCxnSpPr>
          <p:nvPr/>
        </p:nvCxnSpPr>
        <p:spPr>
          <a:xfrm>
            <a:off x="7554171" y="2061470"/>
            <a:ext cx="667815" cy="2114629"/>
          </a:xfrm>
          <a:prstGeom prst="line">
            <a:avLst/>
          </a:prstGeom>
          <a:ln w="25400">
            <a:solidFill>
              <a:srgbClr val="FFCA54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9B7C3D8-E0B3-0BE4-2363-6BCD805365B2}"/>
              </a:ext>
            </a:extLst>
          </p:cNvPr>
          <p:cNvCxnSpPr>
            <a:cxnSpLocks/>
          </p:cNvCxnSpPr>
          <p:nvPr/>
        </p:nvCxnSpPr>
        <p:spPr>
          <a:xfrm flipV="1">
            <a:off x="7554171" y="1455372"/>
            <a:ext cx="667815" cy="355967"/>
          </a:xfrm>
          <a:prstGeom prst="line">
            <a:avLst/>
          </a:prstGeom>
          <a:ln w="25400">
            <a:solidFill>
              <a:srgbClr val="FFCA54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 5">
            <a:extLst>
              <a:ext uri="{FF2B5EF4-FFF2-40B4-BE49-F238E27FC236}">
                <a16:creationId xmlns:a16="http://schemas.microsoft.com/office/drawing/2014/main" id="{F137D2A7-967F-0544-1DA7-7CDC68293BE5}"/>
              </a:ext>
            </a:extLst>
          </p:cNvPr>
          <p:cNvSpPr/>
          <p:nvPr/>
        </p:nvSpPr>
        <p:spPr>
          <a:xfrm>
            <a:off x="4184488" y="5558064"/>
            <a:ext cx="3997739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Review your image upload. </a:t>
            </a:r>
            <a:br>
              <a:rPr lang="en-US" sz="1300" dirty="0">
                <a:solidFill>
                  <a:srgbClr val="66768C"/>
                </a:solidFill>
              </a:rPr>
            </a:br>
            <a:br>
              <a:rPr lang="en-US" sz="1300" dirty="0">
                <a:solidFill>
                  <a:srgbClr val="66768C"/>
                </a:solidFill>
              </a:rPr>
            </a:br>
            <a:r>
              <a:rPr lang="en-US" sz="1300" dirty="0">
                <a:solidFill>
                  <a:srgbClr val="66768C"/>
                </a:solidFill>
              </a:rPr>
              <a:t>Images that are </a:t>
            </a:r>
            <a:r>
              <a:rPr lang="en-US" sz="1300" dirty="0">
                <a:solidFill>
                  <a:srgbClr val="FF0000"/>
                </a:solidFill>
              </a:rPr>
              <a:t>too large or do not follow our file formats will not be uploaded and an error message </a:t>
            </a:r>
            <a:r>
              <a:rPr lang="en-US" sz="1300" dirty="0">
                <a:solidFill>
                  <a:srgbClr val="66768C"/>
                </a:solidFill>
              </a:rPr>
              <a:t>will show. </a:t>
            </a:r>
            <a:endParaRPr lang="en-US" sz="1300" b="1" dirty="0">
              <a:solidFill>
                <a:srgbClr val="66768C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4BB2628-AC12-391C-C322-2625BEEA3A0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2328"/>
          <a:stretch>
            <a:fillRect/>
          </a:stretch>
        </p:blipFill>
        <p:spPr>
          <a:xfrm>
            <a:off x="8525663" y="4535146"/>
            <a:ext cx="2553292" cy="212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18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7C6B8C75-AF6F-D697-43CE-D7A739B0B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71448073-2D46-11F7-9FCF-3C0863344B01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6" name="11_How to Add Image">
            <a:hlinkClick r:id="" action="ppaction://media"/>
            <a:extLst>
              <a:ext uri="{FF2B5EF4-FFF2-40B4-BE49-F238E27FC236}">
                <a16:creationId xmlns:a16="http://schemas.microsoft.com/office/drawing/2014/main" id="{3A0EB845-0249-53DF-EE60-A3665E28C8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81969" y="1167722"/>
            <a:ext cx="8628062" cy="558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4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3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A8234525-1444-5D2B-DE96-4144246B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D9C91097-03A8-CAB1-A5BF-91B026458193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Edit Image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E8FD8A-70F0-3735-AB67-9E0932018761}"/>
              </a:ext>
            </a:extLst>
          </p:cNvPr>
          <p:cNvGrpSpPr/>
          <p:nvPr/>
        </p:nvGrpSpPr>
        <p:grpSpPr>
          <a:xfrm>
            <a:off x="5046134" y="1230032"/>
            <a:ext cx="6842491" cy="5150906"/>
            <a:chOff x="4968508" y="1229285"/>
            <a:chExt cx="6842491" cy="5150906"/>
          </a:xfrm>
        </p:grpSpPr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BB24B426-EA6D-2972-3486-E9703795AB05}"/>
                </a:ext>
              </a:extLst>
            </p:cNvPr>
            <p:cNvSpPr/>
            <p:nvPr/>
          </p:nvSpPr>
          <p:spPr>
            <a:xfrm>
              <a:off x="4968508" y="1229285"/>
              <a:ext cx="6842491" cy="5150906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25400">
              <a:solidFill>
                <a:srgbClr val="FFC00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F9CFB99-1CBD-114A-E9FA-B38F8D472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6832" y="1303867"/>
              <a:ext cx="6713536" cy="498630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1FE870C-210E-37A2-B9DA-460D2048E55E}"/>
              </a:ext>
            </a:extLst>
          </p:cNvPr>
          <p:cNvGrpSpPr/>
          <p:nvPr/>
        </p:nvGrpSpPr>
        <p:grpSpPr>
          <a:xfrm>
            <a:off x="218708" y="2645120"/>
            <a:ext cx="4665134" cy="2578813"/>
            <a:chOff x="118533" y="1221566"/>
            <a:chExt cx="4665134" cy="2578813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E40B5F75-7EA6-99D1-6DF3-9E520E2326CC}"/>
                </a:ext>
              </a:extLst>
            </p:cNvPr>
            <p:cNvSpPr/>
            <p:nvPr/>
          </p:nvSpPr>
          <p:spPr>
            <a:xfrm>
              <a:off x="118533" y="1221566"/>
              <a:ext cx="4665134" cy="2578813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BB566CE-CE31-4029-E757-7A796568A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3200" y="1303867"/>
              <a:ext cx="4481812" cy="1905000"/>
            </a:xfrm>
            <a:prstGeom prst="rect">
              <a:avLst/>
            </a:prstGeom>
          </p:spPr>
        </p:pic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E0DDD0-255E-59E9-3899-81D81284B706}"/>
              </a:ext>
            </a:extLst>
          </p:cNvPr>
          <p:cNvSpPr/>
          <p:nvPr/>
        </p:nvSpPr>
        <p:spPr>
          <a:xfrm>
            <a:off x="3388167" y="3571507"/>
            <a:ext cx="964232" cy="992026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64E4F22-917D-9C17-F27C-52DD07533B47}"/>
              </a:ext>
            </a:extLst>
          </p:cNvPr>
          <p:cNvSpPr/>
          <p:nvPr/>
        </p:nvSpPr>
        <p:spPr>
          <a:xfrm>
            <a:off x="354006" y="4712655"/>
            <a:ext cx="4502842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Edit your image by accessing the image page by </a:t>
            </a:r>
            <a:r>
              <a:rPr lang="en-US" sz="1300" b="1" dirty="0">
                <a:solidFill>
                  <a:srgbClr val="66768C"/>
                </a:solidFill>
              </a:rPr>
              <a:t>View Resource</a:t>
            </a:r>
            <a:r>
              <a:rPr lang="en-US" sz="1300" dirty="0">
                <a:solidFill>
                  <a:srgbClr val="66768C"/>
                </a:solidFill>
              </a:rPr>
              <a:t>.</a:t>
            </a:r>
            <a:endParaRPr lang="en-US" sz="1300" b="1" dirty="0">
              <a:solidFill>
                <a:srgbClr val="66768C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C11FAC94-A161-2721-47F2-D4D8C7C3D93E}"/>
              </a:ext>
            </a:extLst>
          </p:cNvPr>
          <p:cNvSpPr/>
          <p:nvPr/>
        </p:nvSpPr>
        <p:spPr>
          <a:xfrm>
            <a:off x="8238067" y="2163916"/>
            <a:ext cx="3420534" cy="1339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All samples linked to the image will be displayed.</a:t>
            </a:r>
            <a:br>
              <a:rPr lang="en-US" sz="1300" dirty="0">
                <a:solidFill>
                  <a:srgbClr val="66768C"/>
                </a:solidFill>
              </a:rPr>
            </a:br>
            <a:br>
              <a:rPr lang="en-US" sz="1300" dirty="0">
                <a:solidFill>
                  <a:srgbClr val="66768C"/>
                </a:solidFill>
              </a:rPr>
            </a:br>
            <a:r>
              <a:rPr lang="en-US" sz="1300" dirty="0">
                <a:solidFill>
                  <a:srgbClr val="66768C"/>
                </a:solidFill>
              </a:rPr>
              <a:t>Quick access to </a:t>
            </a:r>
            <a:r>
              <a:rPr lang="en-US" sz="1300" b="1" dirty="0">
                <a:solidFill>
                  <a:srgbClr val="66768C"/>
                </a:solidFill>
              </a:rPr>
              <a:t>Link Samples, Unlink Samples</a:t>
            </a:r>
            <a:r>
              <a:rPr lang="en-US" sz="1300" dirty="0">
                <a:solidFill>
                  <a:srgbClr val="66768C"/>
                </a:solidFill>
              </a:rPr>
              <a:t>, </a:t>
            </a:r>
            <a:r>
              <a:rPr lang="en-US" sz="1300" b="1" dirty="0">
                <a:solidFill>
                  <a:srgbClr val="66768C"/>
                </a:solidFill>
              </a:rPr>
              <a:t>Print Labels</a:t>
            </a:r>
            <a:r>
              <a:rPr lang="en-US" sz="1300" dirty="0">
                <a:solidFill>
                  <a:srgbClr val="66768C"/>
                </a:solidFill>
              </a:rPr>
              <a:t>, </a:t>
            </a:r>
            <a:r>
              <a:rPr lang="en-US" sz="1300" b="1" dirty="0">
                <a:solidFill>
                  <a:srgbClr val="66768C"/>
                </a:solidFill>
              </a:rPr>
              <a:t>Mint Child</a:t>
            </a:r>
            <a:r>
              <a:rPr lang="en-US" sz="1300" dirty="0">
                <a:solidFill>
                  <a:srgbClr val="66768C"/>
                </a:solidFill>
              </a:rPr>
              <a:t>, and other functions are also available for samples associated with an image. </a:t>
            </a:r>
            <a:endParaRPr lang="en-US" sz="1300" b="1" dirty="0">
              <a:solidFill>
                <a:srgbClr val="66768C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C402248-ADC7-FD61-2009-4E0B9116B71C}"/>
              </a:ext>
            </a:extLst>
          </p:cNvPr>
          <p:cNvSpPr/>
          <p:nvPr/>
        </p:nvSpPr>
        <p:spPr>
          <a:xfrm>
            <a:off x="6341534" y="3869267"/>
            <a:ext cx="5479526" cy="2421652"/>
          </a:xfrm>
          <a:prstGeom prst="roundRect">
            <a:avLst>
              <a:gd name="adj" fmla="val 4042"/>
            </a:avLst>
          </a:prstGeom>
          <a:noFill/>
          <a:ln w="28575">
            <a:solidFill>
              <a:srgbClr val="FF972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153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C45CE1CD-0EC2-8058-3A40-C6153065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">
            <a:extLst>
              <a:ext uri="{FF2B5EF4-FFF2-40B4-BE49-F238E27FC236}">
                <a16:creationId xmlns:a16="http://schemas.microsoft.com/office/drawing/2014/main" id="{685F6BC8-4880-A229-11CD-9D037E2790C1}"/>
              </a:ext>
            </a:extLst>
          </p:cNvPr>
          <p:cNvSpPr/>
          <p:nvPr/>
        </p:nvSpPr>
        <p:spPr>
          <a:xfrm>
            <a:off x="7797800" y="5012088"/>
            <a:ext cx="3758418" cy="1051561"/>
          </a:xfrm>
          <a:prstGeom prst="roundRect">
            <a:avLst>
              <a:gd name="adj" fmla="val 5124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74068EF-5C70-7422-957D-3BF3DB4D50E8}"/>
              </a:ext>
            </a:extLst>
          </p:cNvPr>
          <p:cNvSpPr/>
          <p:nvPr/>
        </p:nvSpPr>
        <p:spPr>
          <a:xfrm>
            <a:off x="423963" y="1230032"/>
            <a:ext cx="6719738" cy="5079328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1E09C5D1-88D2-3DDE-4B8D-F480F57BE8C4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Edit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CBFA74-3E73-95BA-09D1-90E2109B2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67" y="1322917"/>
            <a:ext cx="6652634" cy="4891616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840FE33E-1C7F-69C6-C874-3FDEA1460C7D}"/>
              </a:ext>
            </a:extLst>
          </p:cNvPr>
          <p:cNvSpPr/>
          <p:nvPr/>
        </p:nvSpPr>
        <p:spPr>
          <a:xfrm>
            <a:off x="7887010" y="5012087"/>
            <a:ext cx="3736312" cy="106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If you want to remove your image, </a:t>
            </a:r>
            <a:r>
              <a:rPr lang="en-US" sz="1400" b="1" dirty="0">
                <a:solidFill>
                  <a:srgbClr val="FF0000"/>
                </a:solidFill>
              </a:rPr>
              <a:t>Delete Resource</a:t>
            </a:r>
            <a:r>
              <a:rPr lang="en-US" sz="1400" dirty="0">
                <a:solidFill>
                  <a:srgbClr val="66768C"/>
                </a:solidFill>
              </a:rPr>
              <a:t>. This will remove the image from your files as well as removing it from any associated samples. </a:t>
            </a:r>
            <a:endParaRPr lang="en-US" sz="1400" b="1" dirty="0">
              <a:solidFill>
                <a:srgbClr val="66768C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D42AA91-E432-4C60-A195-0FAEB4B58190}"/>
              </a:ext>
            </a:extLst>
          </p:cNvPr>
          <p:cNvSpPr/>
          <p:nvPr/>
        </p:nvSpPr>
        <p:spPr>
          <a:xfrm>
            <a:off x="3606799" y="2234137"/>
            <a:ext cx="3420534" cy="1339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Edit image metadata such as the </a:t>
            </a:r>
            <a:r>
              <a:rPr lang="en-US" sz="1300" b="1" dirty="0">
                <a:solidFill>
                  <a:srgbClr val="66768C"/>
                </a:solidFill>
              </a:rPr>
              <a:t>Title/Label</a:t>
            </a:r>
            <a:r>
              <a:rPr lang="en-US" sz="1300" dirty="0">
                <a:solidFill>
                  <a:srgbClr val="66768C"/>
                </a:solidFill>
              </a:rPr>
              <a:t> and </a:t>
            </a:r>
            <a:r>
              <a:rPr lang="en-US" sz="1300" b="1" dirty="0">
                <a:solidFill>
                  <a:srgbClr val="66768C"/>
                </a:solidFill>
              </a:rPr>
              <a:t>Description </a:t>
            </a:r>
            <a:r>
              <a:rPr lang="en-US" sz="1300" dirty="0">
                <a:solidFill>
                  <a:srgbClr val="66768C"/>
                </a:solidFill>
              </a:rPr>
              <a:t>under </a:t>
            </a:r>
            <a:r>
              <a:rPr lang="en-US" sz="1300" b="1" dirty="0">
                <a:solidFill>
                  <a:srgbClr val="66768C"/>
                </a:solidFill>
              </a:rPr>
              <a:t>Settings</a:t>
            </a:r>
            <a:r>
              <a:rPr lang="en-US" sz="1300" dirty="0">
                <a:solidFill>
                  <a:srgbClr val="66768C"/>
                </a:solidFill>
              </a:rPr>
              <a:t>.</a:t>
            </a:r>
            <a:r>
              <a:rPr lang="en-US" sz="1300" b="1" dirty="0">
                <a:solidFill>
                  <a:srgbClr val="66768C"/>
                </a:solidFill>
              </a:rPr>
              <a:t> 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D8E9D0F-E9D1-D75C-CD7A-C6A92F27E04F}"/>
              </a:ext>
            </a:extLst>
          </p:cNvPr>
          <p:cNvSpPr/>
          <p:nvPr/>
        </p:nvSpPr>
        <p:spPr>
          <a:xfrm>
            <a:off x="5469467" y="1393494"/>
            <a:ext cx="685800" cy="321734"/>
          </a:xfrm>
          <a:prstGeom prst="roundRect">
            <a:avLst>
              <a:gd name="adj" fmla="val 17200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8085FB-A245-ECE6-E54B-EA9E32A3330C}"/>
              </a:ext>
            </a:extLst>
          </p:cNvPr>
          <p:cNvGrpSpPr/>
          <p:nvPr/>
        </p:nvGrpSpPr>
        <p:grpSpPr>
          <a:xfrm>
            <a:off x="7797800" y="1554361"/>
            <a:ext cx="3758418" cy="3367367"/>
            <a:chOff x="7797800" y="1230032"/>
            <a:chExt cx="3758418" cy="3367367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41318E89-9B34-5922-2DB7-4FA73FE03BAB}"/>
                </a:ext>
              </a:extLst>
            </p:cNvPr>
            <p:cNvSpPr/>
            <p:nvPr/>
          </p:nvSpPr>
          <p:spPr>
            <a:xfrm>
              <a:off x="7797800" y="1230032"/>
              <a:ext cx="3758418" cy="3367367"/>
            </a:xfrm>
            <a:prstGeom prst="roundRect">
              <a:avLst>
                <a:gd name="adj" fmla="val 1646"/>
              </a:avLst>
            </a:prstGeom>
            <a:noFill/>
            <a:ln w="25400">
              <a:solidFill>
                <a:srgbClr val="FFCA54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A370347-C7DA-7EF7-510A-6E450EC8B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7010" y="1320131"/>
              <a:ext cx="3580618" cy="31908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2848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367EC2F2-4326-C397-2CA7-19A69B48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96E45F42-0531-6C9D-C779-EFF0DF471EFA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2" name="13_Edit Image">
            <a:hlinkClick r:id="" action="ppaction://media"/>
            <a:extLst>
              <a:ext uri="{FF2B5EF4-FFF2-40B4-BE49-F238E27FC236}">
                <a16:creationId xmlns:a16="http://schemas.microsoft.com/office/drawing/2014/main" id="{F0C77ED0-37ED-E8FE-3712-794C790B5EF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94977" y="1170923"/>
            <a:ext cx="8602046" cy="556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4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15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121DDC8C-07B0-CA17-8842-4D832637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D6D21080-4C2E-1261-2842-A56F12022504}"/>
              </a:ext>
            </a:extLst>
          </p:cNvPr>
          <p:cNvSpPr/>
          <p:nvPr/>
        </p:nvSpPr>
        <p:spPr>
          <a:xfrm>
            <a:off x="1011188" y="4448885"/>
            <a:ext cx="6317448" cy="208091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8C111A48-16A9-C20F-EB1C-3D663E79998A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Link Images To Samples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338B5A9C-9A72-FE66-421F-A3916F91BDBB}"/>
              </a:ext>
            </a:extLst>
          </p:cNvPr>
          <p:cNvSpPr/>
          <p:nvPr/>
        </p:nvSpPr>
        <p:spPr>
          <a:xfrm>
            <a:off x="1011188" y="1388394"/>
            <a:ext cx="6317448" cy="2977708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2391EC4F-8805-4313-7C01-39F4494B46D6}"/>
              </a:ext>
            </a:extLst>
          </p:cNvPr>
          <p:cNvSpPr/>
          <p:nvPr/>
        </p:nvSpPr>
        <p:spPr>
          <a:xfrm>
            <a:off x="7960314" y="1282949"/>
            <a:ext cx="3220498" cy="5376439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25400">
            <a:solidFill>
              <a:srgbClr val="FFC00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4A52D3-AD16-92B7-4BA3-53F8E5765871}"/>
              </a:ext>
            </a:extLst>
          </p:cNvPr>
          <p:cNvGrpSpPr/>
          <p:nvPr/>
        </p:nvGrpSpPr>
        <p:grpSpPr>
          <a:xfrm>
            <a:off x="7654862" y="1282950"/>
            <a:ext cx="275685" cy="278152"/>
            <a:chOff x="643848" y="1739377"/>
            <a:chExt cx="384238" cy="384048"/>
          </a:xfrm>
        </p:grpSpPr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D9CE3CFB-FD7B-B5D0-DBB6-FFB6589B7BE7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98675B89-B442-8C5F-47ED-E36F3AAB27DC}"/>
                </a:ext>
              </a:extLst>
            </p:cNvPr>
            <p:cNvSpPr/>
            <p:nvPr/>
          </p:nvSpPr>
          <p:spPr>
            <a:xfrm>
              <a:off x="644038" y="1811378"/>
              <a:ext cx="384048" cy="2326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2</a:t>
              </a:r>
              <a:endParaRPr lang="en-US" sz="1400" dirty="0"/>
            </a:p>
          </p:txBody>
        </p:sp>
      </p:grpSp>
      <p:sp>
        <p:nvSpPr>
          <p:cNvPr id="19" name="Text 5">
            <a:extLst>
              <a:ext uri="{FF2B5EF4-FFF2-40B4-BE49-F238E27FC236}">
                <a16:creationId xmlns:a16="http://schemas.microsoft.com/office/drawing/2014/main" id="{FAC4998E-9F3C-34D9-020F-0DA8EEDDD358}"/>
              </a:ext>
            </a:extLst>
          </p:cNvPr>
          <p:cNvSpPr/>
          <p:nvPr/>
        </p:nvSpPr>
        <p:spPr>
          <a:xfrm>
            <a:off x="2045640" y="1350571"/>
            <a:ext cx="5227103" cy="43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Link images using the three dots and clicking </a:t>
            </a:r>
            <a:r>
              <a:rPr lang="en-US" sz="1300" b="1" dirty="0">
                <a:solidFill>
                  <a:srgbClr val="66768C"/>
                </a:solidFill>
              </a:rPr>
              <a:t>Link Samples</a:t>
            </a:r>
            <a:r>
              <a:rPr lang="en-US" sz="1300" dirty="0">
                <a:solidFill>
                  <a:srgbClr val="66768C"/>
                </a:solidFill>
              </a:rPr>
              <a:t>.</a:t>
            </a:r>
            <a:endParaRPr lang="en-US" sz="1300" b="1" dirty="0">
              <a:solidFill>
                <a:srgbClr val="66768C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D307FAD-9915-EEC9-F0F8-9E8A7957C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430" y="1767158"/>
            <a:ext cx="5718169" cy="248709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74A7287-10C3-B441-7B27-72722A01981E}"/>
              </a:ext>
            </a:extLst>
          </p:cNvPr>
          <p:cNvSpPr/>
          <p:nvPr/>
        </p:nvSpPr>
        <p:spPr>
          <a:xfrm>
            <a:off x="3440629" y="2815708"/>
            <a:ext cx="1199104" cy="1370669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A35E74-0C96-8D60-A91A-954D59AC3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010" y="1335098"/>
            <a:ext cx="3114469" cy="455563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EFDE43-BA9E-FDAF-A4E5-A170ED4F3182}"/>
              </a:ext>
            </a:extLst>
          </p:cNvPr>
          <p:cNvSpPr/>
          <p:nvPr/>
        </p:nvSpPr>
        <p:spPr>
          <a:xfrm>
            <a:off x="10323317" y="5598254"/>
            <a:ext cx="817162" cy="292479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00918D5-7450-2275-6EE5-19A550B967F8}"/>
              </a:ext>
            </a:extLst>
          </p:cNvPr>
          <p:cNvGrpSpPr/>
          <p:nvPr/>
        </p:nvGrpSpPr>
        <p:grpSpPr>
          <a:xfrm>
            <a:off x="838117" y="5678577"/>
            <a:ext cx="275685" cy="278152"/>
            <a:chOff x="643848" y="1739377"/>
            <a:chExt cx="384238" cy="384048"/>
          </a:xfrm>
        </p:grpSpPr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3B3DDFAF-D77C-36F7-05D8-A5BD240591B3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BAD9DA31-64DD-06E4-D2CB-CC96C1DA73A6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1</a:t>
              </a:r>
              <a:endParaRPr lang="en-US" sz="1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6219494-463C-6139-44F9-5D0E5C257384}"/>
              </a:ext>
            </a:extLst>
          </p:cNvPr>
          <p:cNvGrpSpPr/>
          <p:nvPr/>
        </p:nvGrpSpPr>
        <p:grpSpPr>
          <a:xfrm>
            <a:off x="10007299" y="5605418"/>
            <a:ext cx="275685" cy="278152"/>
            <a:chOff x="643848" y="1739377"/>
            <a:chExt cx="384238" cy="384048"/>
          </a:xfrm>
        </p:grpSpPr>
        <p:sp>
          <p:nvSpPr>
            <p:cNvPr id="29" name="Shape 3">
              <a:extLst>
                <a:ext uri="{FF2B5EF4-FFF2-40B4-BE49-F238E27FC236}">
                  <a16:creationId xmlns:a16="http://schemas.microsoft.com/office/drawing/2014/main" id="{1414743B-1868-252A-A96B-BE8F8C35730F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078A23B3-C865-435B-9667-AC71362FE4A9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3</a:t>
              </a:r>
              <a:endParaRPr lang="en-US" sz="140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E3D8061-9B06-0692-756A-52D5CD2D7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721" y="4980599"/>
            <a:ext cx="6056382" cy="1440685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D6178769-2540-3164-871C-4EBBA44AFE29}"/>
              </a:ext>
            </a:extLst>
          </p:cNvPr>
          <p:cNvSpPr/>
          <p:nvPr/>
        </p:nvSpPr>
        <p:spPr>
          <a:xfrm>
            <a:off x="1530467" y="4497141"/>
            <a:ext cx="5278889" cy="43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768C"/>
                </a:solidFill>
              </a:rPr>
              <a:t>Link Samples </a:t>
            </a:r>
            <a:r>
              <a:rPr lang="en-US" sz="1300" dirty="0">
                <a:solidFill>
                  <a:srgbClr val="66768C"/>
                </a:solidFill>
              </a:rPr>
              <a:t>to images under the image resource under </a:t>
            </a:r>
            <a:r>
              <a:rPr lang="en-US" sz="1300" b="1" dirty="0">
                <a:solidFill>
                  <a:srgbClr val="66768C"/>
                </a:solidFill>
              </a:rPr>
              <a:t>View Resource</a:t>
            </a:r>
            <a:r>
              <a:rPr lang="en-US" sz="1300" dirty="0">
                <a:solidFill>
                  <a:srgbClr val="66768C"/>
                </a:solidFill>
              </a:rPr>
              <a:t>.</a:t>
            </a:r>
            <a:endParaRPr lang="en-US" sz="1300" b="1" dirty="0">
              <a:solidFill>
                <a:srgbClr val="66768C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B18C4EF-3FCE-B388-24D9-F61846952411}"/>
              </a:ext>
            </a:extLst>
          </p:cNvPr>
          <p:cNvSpPr/>
          <p:nvPr/>
        </p:nvSpPr>
        <p:spPr>
          <a:xfrm>
            <a:off x="1197559" y="5835460"/>
            <a:ext cx="919110" cy="585824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C91569-0028-9CDE-F1AB-7BA99EF10B24}"/>
              </a:ext>
            </a:extLst>
          </p:cNvPr>
          <p:cNvGrpSpPr/>
          <p:nvPr/>
        </p:nvGrpSpPr>
        <p:grpSpPr>
          <a:xfrm>
            <a:off x="3086379" y="2692341"/>
            <a:ext cx="275685" cy="278152"/>
            <a:chOff x="643848" y="1739377"/>
            <a:chExt cx="384238" cy="384048"/>
          </a:xfrm>
        </p:grpSpPr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1A0EB705-D530-0C98-5AA0-1015CE1DCC4C}"/>
                </a:ext>
              </a:extLst>
            </p:cNvPr>
            <p:cNvSpPr/>
            <p:nvPr/>
          </p:nvSpPr>
          <p:spPr>
            <a:xfrm>
              <a:off x="643848" y="1739377"/>
              <a:ext cx="384048" cy="384048"/>
            </a:xfrm>
            <a:prstGeom prst="ellipse">
              <a:avLst/>
            </a:prstGeom>
            <a:solidFill>
              <a:srgbClr val="1F6F8B"/>
            </a:solidFill>
            <a:ln w="12700">
              <a:solidFill>
                <a:srgbClr val="1F6F8B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 4">
              <a:extLst>
                <a:ext uri="{FF2B5EF4-FFF2-40B4-BE49-F238E27FC236}">
                  <a16:creationId xmlns:a16="http://schemas.microsoft.com/office/drawing/2014/main" id="{AC1C91C7-A310-7D8B-7A9A-A2FBCE7032BE}"/>
                </a:ext>
              </a:extLst>
            </p:cNvPr>
            <p:cNvSpPr/>
            <p:nvPr/>
          </p:nvSpPr>
          <p:spPr>
            <a:xfrm>
              <a:off x="644038" y="1844533"/>
              <a:ext cx="38404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1</a:t>
              </a:r>
              <a:endParaRPr lang="en-US" sz="1400" dirty="0"/>
            </a:p>
          </p:txBody>
        </p:sp>
      </p:grpSp>
      <p:sp>
        <p:nvSpPr>
          <p:cNvPr id="32" name="Text 5">
            <a:extLst>
              <a:ext uri="{FF2B5EF4-FFF2-40B4-BE49-F238E27FC236}">
                <a16:creationId xmlns:a16="http://schemas.microsoft.com/office/drawing/2014/main" id="{EDA4DC40-0D87-EF29-0ACA-67C431AFE893}"/>
              </a:ext>
            </a:extLst>
          </p:cNvPr>
          <p:cNvSpPr/>
          <p:nvPr/>
        </p:nvSpPr>
        <p:spPr>
          <a:xfrm>
            <a:off x="8382472" y="5922661"/>
            <a:ext cx="2611969" cy="7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Select the samples you want to link. </a:t>
            </a:r>
            <a:br>
              <a:rPr lang="en-US" sz="1300" dirty="0">
                <a:solidFill>
                  <a:srgbClr val="66768C"/>
                </a:solidFill>
              </a:rPr>
            </a:br>
            <a:r>
              <a:rPr lang="en-US" sz="1300" dirty="0">
                <a:solidFill>
                  <a:srgbClr val="66768C"/>
                </a:solidFill>
              </a:rPr>
              <a:t>Click </a:t>
            </a:r>
            <a:r>
              <a:rPr lang="en-US" sz="1300" b="1" dirty="0">
                <a:solidFill>
                  <a:srgbClr val="66768C"/>
                </a:solidFill>
              </a:rPr>
              <a:t>Link Selected (X)</a:t>
            </a:r>
            <a:r>
              <a:rPr lang="en-US" sz="1300" dirty="0">
                <a:solidFill>
                  <a:srgbClr val="66768C"/>
                </a:solidFill>
              </a:rPr>
              <a:t>.</a:t>
            </a:r>
            <a:endParaRPr lang="en-US" sz="1300" b="1" dirty="0">
              <a:solidFill>
                <a:srgbClr val="6676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100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7C765D0F-3806-2D8E-C1BF-CEA3112B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4A5E593D-1EDF-528B-1850-FA0ACC88A2E5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2" name="12_Link Image and Samples">
            <a:hlinkClick r:id="" action="ppaction://media"/>
            <a:extLst>
              <a:ext uri="{FF2B5EF4-FFF2-40B4-BE49-F238E27FC236}">
                <a16:creationId xmlns:a16="http://schemas.microsoft.com/office/drawing/2014/main" id="{1B8CEA27-3EA2-5180-9A15-9C5BA71E09C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79662" y="1194469"/>
            <a:ext cx="8432676" cy="546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6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13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26F2F8D2-D525-C6D8-D9D3-273020C7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2">
            <a:extLst>
              <a:ext uri="{FF2B5EF4-FFF2-40B4-BE49-F238E27FC236}">
                <a16:creationId xmlns:a16="http://schemas.microsoft.com/office/drawing/2014/main" id="{180B4502-05A9-353E-CF30-C6A35151A057}"/>
              </a:ext>
            </a:extLst>
          </p:cNvPr>
          <p:cNvSpPr/>
          <p:nvPr/>
        </p:nvSpPr>
        <p:spPr>
          <a:xfrm>
            <a:off x="4391024" y="5113655"/>
            <a:ext cx="3524251" cy="1399656"/>
          </a:xfrm>
          <a:prstGeom prst="roundRect">
            <a:avLst>
              <a:gd name="adj" fmla="val 4814"/>
            </a:avLst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11B6C801-48F2-CC42-BB70-25B877CBF800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Delete Images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A94ABDE-E13E-0DB3-F182-63ED3F34B445}"/>
              </a:ext>
            </a:extLst>
          </p:cNvPr>
          <p:cNvGrpSpPr/>
          <p:nvPr/>
        </p:nvGrpSpPr>
        <p:grpSpPr>
          <a:xfrm>
            <a:off x="909016" y="1377617"/>
            <a:ext cx="6490781" cy="3639047"/>
            <a:chOff x="911909" y="2044202"/>
            <a:chExt cx="6490781" cy="3639047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7EF1BF07-747F-B47E-7782-56E06BFD708E}"/>
                </a:ext>
              </a:extLst>
            </p:cNvPr>
            <p:cNvSpPr/>
            <p:nvPr/>
          </p:nvSpPr>
          <p:spPr>
            <a:xfrm>
              <a:off x="911909" y="2044202"/>
              <a:ext cx="6490781" cy="3639047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B735197C-D184-B040-191B-FF762E845DFA}"/>
                </a:ext>
              </a:extLst>
            </p:cNvPr>
            <p:cNvSpPr/>
            <p:nvPr/>
          </p:nvSpPr>
          <p:spPr>
            <a:xfrm>
              <a:off x="2241092" y="2105063"/>
              <a:ext cx="3832411" cy="5112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66768C"/>
                  </a:solidFill>
                </a:rPr>
                <a:t>Remove images using the three dots and clicking </a:t>
              </a:r>
              <a:r>
                <a:rPr lang="en-US" sz="1300" dirty="0">
                  <a:solidFill>
                    <a:srgbClr val="FF0000"/>
                  </a:solidFill>
                </a:rPr>
                <a:t>Delete</a:t>
              </a:r>
              <a:r>
                <a:rPr lang="en-US" sz="1300" dirty="0">
                  <a:solidFill>
                    <a:srgbClr val="66768C"/>
                  </a:solidFill>
                </a:rPr>
                <a:t>. You can also delete an image in the image </a:t>
              </a:r>
              <a:r>
                <a:rPr lang="en-US" sz="1300" b="1" dirty="0">
                  <a:solidFill>
                    <a:srgbClr val="66768C"/>
                  </a:solidFill>
                </a:rPr>
                <a:t>Settings</a:t>
              </a:r>
              <a:r>
                <a:rPr lang="en-US" sz="1300" dirty="0">
                  <a:solidFill>
                    <a:srgbClr val="66768C"/>
                  </a:solidFill>
                </a:rPr>
                <a:t>.</a:t>
              </a:r>
              <a:endParaRPr lang="en-US" sz="1300" b="1" dirty="0">
                <a:solidFill>
                  <a:srgbClr val="66768C"/>
                </a:solidFill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173CC2F-207D-90AE-CA3F-E367B5D63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4446" y="2677202"/>
              <a:ext cx="6385704" cy="2899930"/>
            </a:xfrm>
            <a:prstGeom prst="rect">
              <a:avLst/>
            </a:prstGeom>
          </p:spPr>
        </p:pic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7153F5E1-BE1B-AFEA-7A88-322E902E94C8}"/>
                </a:ext>
              </a:extLst>
            </p:cNvPr>
            <p:cNvSpPr/>
            <p:nvPr/>
          </p:nvSpPr>
          <p:spPr>
            <a:xfrm>
              <a:off x="4679098" y="3857992"/>
              <a:ext cx="1330198" cy="1567685"/>
            </a:xfrm>
            <a:prstGeom prst="roundRect">
              <a:avLst>
                <a:gd name="adj" fmla="val 10335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F3A732F-2492-6D73-A673-87DED3A2EDDD}"/>
              </a:ext>
            </a:extLst>
          </p:cNvPr>
          <p:cNvGrpSpPr/>
          <p:nvPr/>
        </p:nvGrpSpPr>
        <p:grpSpPr>
          <a:xfrm>
            <a:off x="7524566" y="1379416"/>
            <a:ext cx="3758418" cy="3624939"/>
            <a:chOff x="7797800" y="1230032"/>
            <a:chExt cx="3758418" cy="3367367"/>
          </a:xfrm>
        </p:grpSpPr>
        <p:sp>
          <p:nvSpPr>
            <p:cNvPr id="43" name="Shape 2">
              <a:extLst>
                <a:ext uri="{FF2B5EF4-FFF2-40B4-BE49-F238E27FC236}">
                  <a16:creationId xmlns:a16="http://schemas.microsoft.com/office/drawing/2014/main" id="{E04E3A88-1286-7640-8B6C-EB0BD500FB42}"/>
                </a:ext>
              </a:extLst>
            </p:cNvPr>
            <p:cNvSpPr/>
            <p:nvPr/>
          </p:nvSpPr>
          <p:spPr>
            <a:xfrm>
              <a:off x="7797800" y="1230032"/>
              <a:ext cx="3758418" cy="3367367"/>
            </a:xfrm>
            <a:prstGeom prst="roundRect">
              <a:avLst>
                <a:gd name="adj" fmla="val 1646"/>
              </a:avLst>
            </a:prstGeom>
            <a:noFill/>
            <a:ln w="25400">
              <a:solidFill>
                <a:srgbClr val="FFCA54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A4E5978-1DDE-81E0-5D52-B42BFE403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7010" y="1320131"/>
              <a:ext cx="3580618" cy="3190879"/>
            </a:xfrm>
            <a:prstGeom prst="rect">
              <a:avLst/>
            </a:prstGeom>
          </p:spPr>
        </p:pic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1801C15-45CF-3C20-E2CB-21D3285CF86C}"/>
              </a:ext>
            </a:extLst>
          </p:cNvPr>
          <p:cNvSpPr/>
          <p:nvPr/>
        </p:nvSpPr>
        <p:spPr>
          <a:xfrm>
            <a:off x="10223710" y="4477441"/>
            <a:ext cx="838199" cy="320277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2835ED9-6BA8-E092-9B7A-E0B0DF3B6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101" y="5211874"/>
            <a:ext cx="3370098" cy="947840"/>
          </a:xfrm>
          <a:prstGeom prst="rect">
            <a:avLst/>
          </a:prstGeom>
          <a:ln w="25400">
            <a:noFill/>
          </a:ln>
        </p:spPr>
      </p:pic>
      <p:sp>
        <p:nvSpPr>
          <p:cNvPr id="50" name="Text 5">
            <a:extLst>
              <a:ext uri="{FF2B5EF4-FFF2-40B4-BE49-F238E27FC236}">
                <a16:creationId xmlns:a16="http://schemas.microsoft.com/office/drawing/2014/main" id="{28F75EBB-E44A-8104-942B-ED67C4FC7846}"/>
              </a:ext>
            </a:extLst>
          </p:cNvPr>
          <p:cNvSpPr/>
          <p:nvPr/>
        </p:nvSpPr>
        <p:spPr>
          <a:xfrm>
            <a:off x="4526399" y="6067337"/>
            <a:ext cx="3253499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All linked samples will be removed with </a:t>
            </a:r>
            <a:r>
              <a:rPr lang="en-US" sz="1300" dirty="0">
                <a:solidFill>
                  <a:srgbClr val="FF0000"/>
                </a:solidFill>
              </a:rPr>
              <a:t>Delete</a:t>
            </a:r>
            <a:r>
              <a:rPr lang="en-US" sz="1300" dirty="0">
                <a:solidFill>
                  <a:srgbClr val="66768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8420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486300FF-82B1-93F7-39E9-9ABC9D2D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F6552C3B-6BF2-0521-4BF6-ED23F29C95A9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5" name="10_Adding and deleteing sample image">
            <a:hlinkClick r:id="" action="ppaction://media"/>
            <a:extLst>
              <a:ext uri="{FF2B5EF4-FFF2-40B4-BE49-F238E27FC236}">
                <a16:creationId xmlns:a16="http://schemas.microsoft.com/office/drawing/2014/main" id="{7346C9F7-0B85-F4D6-D526-3BAC682DC4A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11298" y="1179339"/>
            <a:ext cx="8569404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13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Custom 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16672"/>
      </a:accent1>
      <a:accent2>
        <a:srgbClr val="298397"/>
      </a:accent2>
      <a:accent3>
        <a:srgbClr val="7EC5D3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{98908F5D-E017-2A45-969B-0B827CAB7295}tf10001120</Template>
  <TotalTime>7435</TotalTime>
  <Words>241</Words>
  <Application>Microsoft Macintosh PowerPoint</Application>
  <PresentationFormat>Widescreen</PresentationFormat>
  <Paragraphs>30</Paragraphs>
  <Slides>10</Slides>
  <Notes>10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Gill Sans MT</vt:lpstr>
      <vt:lpstr>Parcel</vt:lpstr>
      <vt:lpstr>Sample 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84</cp:revision>
  <dcterms:created xsi:type="dcterms:W3CDTF">2023-01-20T14:09:08Z</dcterms:created>
  <dcterms:modified xsi:type="dcterms:W3CDTF">2026-09-24T12:27:49Z</dcterms:modified>
</cp:coreProperties>
</file>