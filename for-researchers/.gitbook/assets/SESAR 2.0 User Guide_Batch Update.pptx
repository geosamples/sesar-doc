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6"/>
  </p:notesMasterIdLst>
  <p:sldIdLst>
    <p:sldId id="323" r:id="rId2"/>
    <p:sldId id="365" r:id="rId3"/>
    <p:sldId id="337" r:id="rId4"/>
    <p:sldId id="3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8"/>
    <p:restoredTop sz="89641"/>
  </p:normalViewPr>
  <p:slideViewPr>
    <p:cSldViewPr snapToGrid="0">
      <p:cViewPr varScale="1">
        <p:scale>
          <a:sx n="127" d="100"/>
          <a:sy n="127" d="100"/>
        </p:scale>
        <p:origin x="22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263A-6826-2EE0-6016-6A312341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5B6EE-404A-75ED-373E-E30C452CC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709F-435C-6008-E82A-4CA615956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A70B3-D736-6BD8-D007-D6EDCEF28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2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1CF0B88-350E-1BEA-878A-C24CEE3A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0104ADB0-96ED-EEA0-A04D-221D12FA7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4658BF66-3CF9-9141-6D9D-8598DC3E2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92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BDD5DBB-CB78-1E90-3FC0-A6DA71A0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BD757167-0189-B47E-FED4-171C63461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302F570E-D6B5-A963-B0D7-7071A9FCB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89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765912E4-6A9D-6CAB-59E0-2F002BF3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C74AB302-465B-05AC-5317-E122A8EAD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CBFB9578-8D6C-CE13-1FC4-0AEEE9981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7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E3970-6F85-B089-B971-36ED7F31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920A-5964-9C92-64FA-A912E664E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Batch Edit (Multiple Samples)</a:t>
            </a:r>
          </a:p>
        </p:txBody>
      </p:sp>
    </p:spTree>
    <p:extLst>
      <p:ext uri="{BB962C8B-B14F-4D97-AF65-F5344CB8AC3E}">
        <p14:creationId xmlns:p14="http://schemas.microsoft.com/office/powerpoint/2010/main" val="274988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C48410CE-662C-F6AB-0C5D-D53EACE6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C4084EA7-14FD-7E1B-9A2F-2C8D3BE74FFA}"/>
              </a:ext>
            </a:extLst>
          </p:cNvPr>
          <p:cNvSpPr/>
          <p:nvPr/>
        </p:nvSpPr>
        <p:spPr>
          <a:xfrm>
            <a:off x="7636552" y="4775222"/>
            <a:ext cx="2221992" cy="729466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461A9EF4-E5DB-8725-6E13-1A02CD3A55A1}"/>
              </a:ext>
            </a:extLst>
          </p:cNvPr>
          <p:cNvSpPr/>
          <p:nvPr/>
        </p:nvSpPr>
        <p:spPr>
          <a:xfrm>
            <a:off x="1213855" y="1989741"/>
            <a:ext cx="2221992" cy="1064701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A4BE394C-87C3-835B-9354-A820A9366378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Batch (Bulk) Update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8E14539-5043-865F-6A0A-C9FE387D11B7}"/>
              </a:ext>
            </a:extLst>
          </p:cNvPr>
          <p:cNvSpPr/>
          <p:nvPr/>
        </p:nvSpPr>
        <p:spPr>
          <a:xfrm>
            <a:off x="1313900" y="1995884"/>
            <a:ext cx="2221992" cy="10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Select the samples you want to batch update. 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dirty="0">
                <a:solidFill>
                  <a:srgbClr val="66768C"/>
                </a:solidFill>
              </a:rPr>
              <a:t>Click </a:t>
            </a:r>
            <a:r>
              <a:rPr lang="en-US" sz="1400" b="1" dirty="0">
                <a:solidFill>
                  <a:srgbClr val="66768C"/>
                </a:solidFill>
              </a:rPr>
              <a:t>Bulk Update</a:t>
            </a:r>
            <a:r>
              <a:rPr lang="en-US" sz="1400" dirty="0">
                <a:solidFill>
                  <a:srgbClr val="66768C"/>
                </a:solidFill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11E8DB-9DDD-C97E-6C72-BD8AA679B984}"/>
              </a:ext>
            </a:extLst>
          </p:cNvPr>
          <p:cNvGrpSpPr/>
          <p:nvPr/>
        </p:nvGrpSpPr>
        <p:grpSpPr>
          <a:xfrm>
            <a:off x="3594638" y="1185942"/>
            <a:ext cx="7040118" cy="2644012"/>
            <a:chOff x="2433066" y="1223900"/>
            <a:chExt cx="7396734" cy="2872612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4A7F0699-ADBC-DD72-F3C4-9E5AE576ECD9}"/>
                </a:ext>
              </a:extLst>
            </p:cNvPr>
            <p:cNvSpPr/>
            <p:nvPr/>
          </p:nvSpPr>
          <p:spPr>
            <a:xfrm>
              <a:off x="2433066" y="1223900"/>
              <a:ext cx="7396734" cy="2872612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3B3394-DF58-1FAD-383A-2A5361C62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77" r="1120"/>
            <a:stretch>
              <a:fillRect/>
            </a:stretch>
          </p:blipFill>
          <p:spPr>
            <a:xfrm>
              <a:off x="2514600" y="1265870"/>
              <a:ext cx="7253478" cy="2754526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294CE25-CD2F-2D18-F25F-344A55024860}"/>
                </a:ext>
              </a:extLst>
            </p:cNvPr>
            <p:cNvSpPr/>
            <p:nvPr/>
          </p:nvSpPr>
          <p:spPr>
            <a:xfrm>
              <a:off x="6218129" y="1514976"/>
              <a:ext cx="867746" cy="450985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8B2466-DFDA-D4BB-CAB7-AD5A768E4D84}"/>
              </a:ext>
            </a:extLst>
          </p:cNvPr>
          <p:cNvGrpSpPr/>
          <p:nvPr/>
        </p:nvGrpSpPr>
        <p:grpSpPr>
          <a:xfrm>
            <a:off x="2474784" y="3921172"/>
            <a:ext cx="5100761" cy="2863142"/>
            <a:chOff x="1045464" y="4147626"/>
            <a:chExt cx="5715000" cy="322740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8377CF1C-6917-7F77-9D8B-34756772D44B}"/>
                </a:ext>
              </a:extLst>
            </p:cNvPr>
            <p:cNvSpPr/>
            <p:nvPr/>
          </p:nvSpPr>
          <p:spPr>
            <a:xfrm>
              <a:off x="1045464" y="4147626"/>
              <a:ext cx="5715000" cy="3227408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80FE318-3670-647B-D83E-37C8F790C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9030" y="4186321"/>
              <a:ext cx="5555234" cy="3130409"/>
            </a:xfrm>
            <a:prstGeom prst="rect">
              <a:avLst/>
            </a:prstGeom>
          </p:spPr>
        </p:pic>
      </p:grpSp>
      <p:sp>
        <p:nvSpPr>
          <p:cNvPr id="18" name="Text 5">
            <a:extLst>
              <a:ext uri="{FF2B5EF4-FFF2-40B4-BE49-F238E27FC236}">
                <a16:creationId xmlns:a16="http://schemas.microsoft.com/office/drawing/2014/main" id="{AF991527-64F9-AB02-ECDA-E317F4B97D15}"/>
              </a:ext>
            </a:extLst>
          </p:cNvPr>
          <p:cNvSpPr/>
          <p:nvPr/>
        </p:nvSpPr>
        <p:spPr>
          <a:xfrm>
            <a:off x="7765875" y="4691289"/>
            <a:ext cx="2092669" cy="896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Select the </a:t>
            </a:r>
            <a:r>
              <a:rPr lang="en-US" sz="1400" b="1" dirty="0">
                <a:solidFill>
                  <a:srgbClr val="66768C"/>
                </a:solidFill>
              </a:rPr>
              <a:t>Field to update</a:t>
            </a:r>
            <a:r>
              <a:rPr lang="en-US" sz="1400" dirty="0">
                <a:solidFill>
                  <a:srgbClr val="66768C"/>
                </a:solidFill>
              </a:rPr>
              <a:t> from the drop-down menu. </a:t>
            </a:r>
            <a:endParaRPr lang="en-US" sz="1400" b="1" dirty="0">
              <a:solidFill>
                <a:srgbClr val="66768C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5F53230-65B6-FEC0-B239-BF4FBC913E14}"/>
              </a:ext>
            </a:extLst>
          </p:cNvPr>
          <p:cNvSpPr/>
          <p:nvPr/>
        </p:nvSpPr>
        <p:spPr>
          <a:xfrm>
            <a:off x="2549368" y="4242816"/>
            <a:ext cx="573131" cy="246888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7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E075E7A0-B72B-EF42-703B-8098DA47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>
            <a:extLst>
              <a:ext uri="{FF2B5EF4-FFF2-40B4-BE49-F238E27FC236}">
                <a16:creationId xmlns:a16="http://schemas.microsoft.com/office/drawing/2014/main" id="{14FDD064-FC1B-5F0F-52AD-1C9636085C68}"/>
              </a:ext>
            </a:extLst>
          </p:cNvPr>
          <p:cNvSpPr/>
          <p:nvPr/>
        </p:nvSpPr>
        <p:spPr>
          <a:xfrm>
            <a:off x="10249679" y="2660588"/>
            <a:ext cx="1688115" cy="1238853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1D00A0E-25A8-0E02-B16E-A5ADFD480587}"/>
              </a:ext>
            </a:extLst>
          </p:cNvPr>
          <p:cNvSpPr/>
          <p:nvPr/>
        </p:nvSpPr>
        <p:spPr>
          <a:xfrm>
            <a:off x="254206" y="2637886"/>
            <a:ext cx="1561321" cy="1238853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C6002FC9-C621-7100-33F1-DA877EC23BA6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Batch (Bulk) Update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94271F8-6806-4828-5534-7BB22F46D149}"/>
              </a:ext>
            </a:extLst>
          </p:cNvPr>
          <p:cNvSpPr/>
          <p:nvPr/>
        </p:nvSpPr>
        <p:spPr>
          <a:xfrm>
            <a:off x="335280" y="2637886"/>
            <a:ext cx="1480247" cy="121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68C"/>
                </a:solidFill>
              </a:rPr>
              <a:t>Before </a:t>
            </a:r>
            <a:r>
              <a:rPr lang="en-US" sz="1400" dirty="0">
                <a:solidFill>
                  <a:srgbClr val="66768C"/>
                </a:solidFill>
              </a:rPr>
              <a:t>shows you the current information that is associated with the sample.</a:t>
            </a:r>
            <a:endParaRPr lang="en-US" sz="10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699F32A-C6DE-3AF4-5324-1B5164678E3A}"/>
              </a:ext>
            </a:extLst>
          </p:cNvPr>
          <p:cNvGrpSpPr/>
          <p:nvPr/>
        </p:nvGrpSpPr>
        <p:grpSpPr>
          <a:xfrm>
            <a:off x="1894633" y="1339246"/>
            <a:ext cx="8288274" cy="4860386"/>
            <a:chOff x="2128371" y="1223900"/>
            <a:chExt cx="8011667" cy="4644223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869B8048-7FEA-4DC2-8E0C-5B7ED8032A3C}"/>
                </a:ext>
              </a:extLst>
            </p:cNvPr>
            <p:cNvSpPr/>
            <p:nvPr/>
          </p:nvSpPr>
          <p:spPr>
            <a:xfrm>
              <a:off x="2128371" y="1223900"/>
              <a:ext cx="8011667" cy="464422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50552C-0138-6E41-85B9-44B7215DD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2831" y="1351825"/>
              <a:ext cx="7761201" cy="4381323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A008E66B-A324-FC9F-9C4A-F542DCA2BF69}"/>
              </a:ext>
            </a:extLst>
          </p:cNvPr>
          <p:cNvSpPr/>
          <p:nvPr/>
        </p:nvSpPr>
        <p:spPr>
          <a:xfrm>
            <a:off x="10315655" y="2660588"/>
            <a:ext cx="1594707" cy="121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Add content (if free text) or apply  controlled vocabulary (drop down) in </a:t>
            </a:r>
            <a:r>
              <a:rPr lang="en-US" sz="1400" b="1" dirty="0">
                <a:solidFill>
                  <a:srgbClr val="66768C"/>
                </a:solidFill>
              </a:rPr>
              <a:t>After</a:t>
            </a:r>
            <a:r>
              <a:rPr lang="en-US" sz="1400" dirty="0">
                <a:solidFill>
                  <a:srgbClr val="66768C"/>
                </a:solidFill>
              </a:rPr>
              <a:t>.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BF73E7-ECB3-0307-2216-0189CF4451C1}"/>
              </a:ext>
            </a:extLst>
          </p:cNvPr>
          <p:cNvSpPr/>
          <p:nvPr/>
        </p:nvSpPr>
        <p:spPr>
          <a:xfrm>
            <a:off x="6096000" y="5129236"/>
            <a:ext cx="4120293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Once you update the </a:t>
            </a:r>
            <a:r>
              <a:rPr lang="en-US" sz="1400" b="1" dirty="0">
                <a:solidFill>
                  <a:srgbClr val="66768C"/>
                </a:solidFill>
              </a:rPr>
              <a:t>After</a:t>
            </a:r>
            <a:r>
              <a:rPr lang="en-US" sz="1400" dirty="0">
                <a:solidFill>
                  <a:srgbClr val="66768C"/>
                </a:solidFill>
              </a:rPr>
              <a:t>, click </a:t>
            </a:r>
            <a:r>
              <a:rPr lang="en-US" sz="1400" b="1" dirty="0">
                <a:solidFill>
                  <a:srgbClr val="66768C"/>
                </a:solidFill>
              </a:rPr>
              <a:t>Update X samples</a:t>
            </a:r>
            <a:r>
              <a:rPr lang="en-US" sz="1400" dirty="0">
                <a:solidFill>
                  <a:srgbClr val="66768C"/>
                </a:solidFill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F8AA11-8733-BE07-C40E-D39F814DF89F}"/>
              </a:ext>
            </a:extLst>
          </p:cNvPr>
          <p:cNvSpPr/>
          <p:nvPr/>
        </p:nvSpPr>
        <p:spPr>
          <a:xfrm>
            <a:off x="1979659" y="2672086"/>
            <a:ext cx="1266461" cy="46430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B90484-9047-4516-7905-43FFE45431D4}"/>
              </a:ext>
            </a:extLst>
          </p:cNvPr>
          <p:cNvSpPr/>
          <p:nvPr/>
        </p:nvSpPr>
        <p:spPr>
          <a:xfrm>
            <a:off x="1979659" y="1976541"/>
            <a:ext cx="946421" cy="30945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D4B378-CC66-8787-7A11-FCDE0F65F3F9}"/>
              </a:ext>
            </a:extLst>
          </p:cNvPr>
          <p:cNvSpPr/>
          <p:nvPr/>
        </p:nvSpPr>
        <p:spPr>
          <a:xfrm>
            <a:off x="6105144" y="2637886"/>
            <a:ext cx="3970447" cy="79111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D47E70-E34E-C7E3-CAF3-49E6DE574F72}"/>
              </a:ext>
            </a:extLst>
          </p:cNvPr>
          <p:cNvSpPr/>
          <p:nvPr/>
        </p:nvSpPr>
        <p:spPr>
          <a:xfrm>
            <a:off x="8709643" y="5631370"/>
            <a:ext cx="1332563" cy="417860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56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3C484D8-F2A2-7B35-2A1B-B9D7DA21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0D2AC274-5E73-A4E3-52E1-6AC11F745DF6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3" name="15_Batch Update">
            <a:hlinkClick r:id="" action="ppaction://media"/>
            <a:extLst>
              <a:ext uri="{FF2B5EF4-FFF2-40B4-BE49-F238E27FC236}">
                <a16:creationId xmlns:a16="http://schemas.microsoft.com/office/drawing/2014/main" id="{17CC9D5F-3997-7BD9-63CA-2042AA0F02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01495" y="1177351"/>
            <a:ext cx="8589010" cy="56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7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5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7473</TotalTime>
  <Words>86</Words>
  <Application>Microsoft Macintosh PowerPoint</Application>
  <PresentationFormat>Widescreen</PresentationFormat>
  <Paragraphs>10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Batch Edit (Multiple Samples)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84</cp:revision>
  <dcterms:created xsi:type="dcterms:W3CDTF">2023-01-20T14:09:08Z</dcterms:created>
  <dcterms:modified xsi:type="dcterms:W3CDTF">2026-09-24T12:19:33Z</dcterms:modified>
</cp:coreProperties>
</file>