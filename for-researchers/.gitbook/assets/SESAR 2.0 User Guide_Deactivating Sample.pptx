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5"/>
  </p:notesMasterIdLst>
  <p:sldIdLst>
    <p:sldId id="321" r:id="rId2"/>
    <p:sldId id="319" r:id="rId3"/>
    <p:sldId id="36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08"/>
    <p:restoredTop sz="89645"/>
  </p:normalViewPr>
  <p:slideViewPr>
    <p:cSldViewPr snapToGrid="0">
      <p:cViewPr varScale="1">
        <p:scale>
          <a:sx n="109" d="100"/>
          <a:sy n="109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F7D3-B50D-201F-7CEA-EC3204C1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917DB-A517-83D7-E233-96CD2D3D5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FE93F-DA67-D085-65B7-DE217B89E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7CD9-41A2-C1D0-3EFF-8D072D2BD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0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2D3B6E8A-8C12-ED9D-B01F-6441CBC5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616A1B2C-371B-543C-E614-986C3EB69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32A6DD06-9E08-9970-840F-2B9DB0F15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35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2457511-C2FD-24F4-761B-6C132825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2AE96E74-00DF-E198-AF8D-1F77B902B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19ADBF48-B54A-56EC-0A75-D2F60DE18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8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34BBA-F6C6-B799-F264-114160CA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A5CD-62FD-69D0-BD15-129D9E48A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Deactivating Sample</a:t>
            </a:r>
          </a:p>
        </p:txBody>
      </p:sp>
    </p:spTree>
    <p:extLst>
      <p:ext uri="{BB962C8B-B14F-4D97-AF65-F5344CB8AC3E}">
        <p14:creationId xmlns:p14="http://schemas.microsoft.com/office/powerpoint/2010/main" val="12333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F41D7FCC-4D87-9205-0246-191867BE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22D5994-E7E6-E115-EC8E-9A121111837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Editing Sample Record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5497C82-4C98-4DD0-E175-1540BA91AC1E}"/>
              </a:ext>
            </a:extLst>
          </p:cNvPr>
          <p:cNvGrpSpPr/>
          <p:nvPr/>
        </p:nvGrpSpPr>
        <p:grpSpPr>
          <a:xfrm>
            <a:off x="946657" y="3204358"/>
            <a:ext cx="2526434" cy="3394981"/>
            <a:chOff x="613903" y="2932066"/>
            <a:chExt cx="2526434" cy="3394981"/>
          </a:xfrm>
        </p:grpSpPr>
        <p:sp>
          <p:nvSpPr>
            <p:cNvPr id="27" name="Shape 3">
              <a:extLst>
                <a:ext uri="{FF2B5EF4-FFF2-40B4-BE49-F238E27FC236}">
                  <a16:creationId xmlns:a16="http://schemas.microsoft.com/office/drawing/2014/main" id="{A80DB705-BA0A-D5F0-AE46-31F1440882BF}"/>
                </a:ext>
              </a:extLst>
            </p:cNvPr>
            <p:cNvSpPr/>
            <p:nvPr/>
          </p:nvSpPr>
          <p:spPr>
            <a:xfrm>
              <a:off x="613903" y="2932066"/>
              <a:ext cx="2526434" cy="3394981"/>
            </a:xfrm>
            <a:prstGeom prst="roundRect">
              <a:avLst>
                <a:gd name="adj" fmla="val 3379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A843E823-976C-431A-F459-A93A85E23DB6}"/>
                </a:ext>
              </a:extLst>
            </p:cNvPr>
            <p:cNvSpPr/>
            <p:nvPr/>
          </p:nvSpPr>
          <p:spPr>
            <a:xfrm>
              <a:off x="694662" y="3666018"/>
              <a:ext cx="2323597" cy="2001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6768C"/>
                  </a:solidFill>
                </a:rPr>
                <a:t>Select the metadata field(s), edit the content, click Update sample. </a:t>
              </a:r>
              <a:br>
                <a:rPr lang="en-US" sz="1400" dirty="0">
                  <a:solidFill>
                    <a:srgbClr val="66768C"/>
                  </a:solidFill>
                </a:rPr>
              </a:br>
              <a:br>
                <a:rPr lang="en-US" sz="1400" dirty="0">
                  <a:solidFill>
                    <a:srgbClr val="66768C"/>
                  </a:solidFill>
                </a:rPr>
              </a:br>
              <a:r>
                <a:rPr lang="en-US" sz="1400" dirty="0">
                  <a:solidFill>
                    <a:srgbClr val="66768C"/>
                  </a:solidFill>
                </a:rPr>
                <a:t>Update sample each time an edit is made. Edits are not automatically saved as you move through the metadata sections.</a:t>
              </a:r>
              <a:br>
                <a:rPr lang="en-US" sz="1400" dirty="0">
                  <a:solidFill>
                    <a:srgbClr val="66768C"/>
                  </a:solidFill>
                </a:rPr>
              </a:br>
              <a:br>
                <a:rPr lang="en-US" sz="1400" dirty="0">
                  <a:solidFill>
                    <a:srgbClr val="66768C"/>
                  </a:solidFill>
                </a:rPr>
              </a:br>
              <a:r>
                <a:rPr lang="en-US" sz="1400" dirty="0">
                  <a:solidFill>
                    <a:srgbClr val="FF0000"/>
                  </a:solidFill>
                </a:rPr>
                <a:t>Request deactivation </a:t>
              </a:r>
              <a:r>
                <a:rPr lang="en-US" sz="1400" dirty="0">
                  <a:solidFill>
                    <a:srgbClr val="66768C"/>
                  </a:solidFill>
                </a:rPr>
                <a:t>for registered samples. </a:t>
              </a:r>
              <a:br>
                <a:rPr lang="en-US" sz="1400" dirty="0">
                  <a:solidFill>
                    <a:srgbClr val="66768C"/>
                  </a:solidFill>
                </a:rPr>
              </a:br>
              <a:r>
                <a:rPr lang="en-US" sz="1400" dirty="0">
                  <a:solidFill>
                    <a:srgbClr val="66768C"/>
                  </a:solidFill>
                </a:rPr>
                <a:t>Samples that are approved will no longer show up on your </a:t>
              </a:r>
              <a:r>
                <a:rPr lang="en-US" sz="1400" b="1" dirty="0">
                  <a:solidFill>
                    <a:srgbClr val="66768C"/>
                  </a:solidFill>
                </a:rPr>
                <a:t>Samples</a:t>
              </a:r>
              <a:r>
                <a:rPr lang="en-US" sz="1400" dirty="0">
                  <a:solidFill>
                    <a:srgbClr val="66768C"/>
                  </a:solidFill>
                </a:rPr>
                <a:t> page.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D84F97-D8C8-DB5F-2D3A-AA5141B4E6A6}"/>
              </a:ext>
            </a:extLst>
          </p:cNvPr>
          <p:cNvGrpSpPr/>
          <p:nvPr/>
        </p:nvGrpSpPr>
        <p:grpSpPr>
          <a:xfrm>
            <a:off x="519167" y="1288625"/>
            <a:ext cx="11095569" cy="1684255"/>
            <a:chOff x="-1469863" y="1545336"/>
            <a:chExt cx="9736040" cy="1344168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1640F1F6-20E0-70C8-BC97-9732EA230B87}"/>
                </a:ext>
              </a:extLst>
            </p:cNvPr>
            <p:cNvSpPr/>
            <p:nvPr/>
          </p:nvSpPr>
          <p:spPr>
            <a:xfrm>
              <a:off x="-1469863" y="1545336"/>
              <a:ext cx="9736040" cy="1344168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C3397A-96B0-E78B-2A94-B210ABFFB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863"/>
            <a:stretch>
              <a:fillRect/>
            </a:stretch>
          </p:blipFill>
          <p:spPr>
            <a:xfrm>
              <a:off x="487681" y="1613744"/>
              <a:ext cx="7627619" cy="1196527"/>
            </a:xfrm>
            <a:prstGeom prst="rect">
              <a:avLst/>
            </a:prstGeom>
          </p:spPr>
        </p:pic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5AB07E-D070-AE9C-9C84-D8132D589288}"/>
              </a:ext>
            </a:extLst>
          </p:cNvPr>
          <p:cNvSpPr/>
          <p:nvPr/>
        </p:nvSpPr>
        <p:spPr>
          <a:xfrm>
            <a:off x="10997868" y="1822130"/>
            <a:ext cx="444923" cy="308823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4B07F-4A1B-870E-D3E1-14DA0B90BB3B}"/>
              </a:ext>
            </a:extLst>
          </p:cNvPr>
          <p:cNvGrpSpPr/>
          <p:nvPr/>
        </p:nvGrpSpPr>
        <p:grpSpPr>
          <a:xfrm>
            <a:off x="3595168" y="3072924"/>
            <a:ext cx="3872093" cy="3686508"/>
            <a:chOff x="562747" y="3346777"/>
            <a:chExt cx="3515477" cy="331261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9374BD8-0EF8-D83F-BF74-F62C4597BC04}"/>
                </a:ext>
              </a:extLst>
            </p:cNvPr>
            <p:cNvSpPr/>
            <p:nvPr/>
          </p:nvSpPr>
          <p:spPr>
            <a:xfrm>
              <a:off x="562747" y="3346777"/>
              <a:ext cx="3515477" cy="3312612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81498D4-42F4-3952-0AFC-4792119DE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611" y="3424864"/>
              <a:ext cx="3405749" cy="318850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DF9DFC-F390-6632-A40E-E40288D014DB}"/>
              </a:ext>
            </a:extLst>
          </p:cNvPr>
          <p:cNvGrpSpPr/>
          <p:nvPr/>
        </p:nvGrpSpPr>
        <p:grpSpPr>
          <a:xfrm>
            <a:off x="7597805" y="3231072"/>
            <a:ext cx="3732252" cy="3341555"/>
            <a:chOff x="7356498" y="3059245"/>
            <a:chExt cx="3732252" cy="3341555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092A0DB4-D26B-0A9C-D654-7B43337CD619}"/>
                </a:ext>
              </a:extLst>
            </p:cNvPr>
            <p:cNvSpPr/>
            <p:nvPr/>
          </p:nvSpPr>
          <p:spPr>
            <a:xfrm>
              <a:off x="7356498" y="3059245"/>
              <a:ext cx="3732252" cy="3341555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051039-976D-F8B4-0672-82B6EF8F9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8274" y="3180622"/>
              <a:ext cx="3568700" cy="3098800"/>
            </a:xfrm>
            <a:prstGeom prst="rect">
              <a:avLst/>
            </a:prstGeom>
          </p:spPr>
        </p:pic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906275A1-F6E8-E6C9-0D24-9BE0477A19A5}"/>
              </a:ext>
            </a:extLst>
          </p:cNvPr>
          <p:cNvSpPr/>
          <p:nvPr/>
        </p:nvSpPr>
        <p:spPr>
          <a:xfrm>
            <a:off x="633858" y="1468618"/>
            <a:ext cx="1965960" cy="1407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Choose the sample you want to update metadata. 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dirty="0">
                <a:solidFill>
                  <a:srgbClr val="66768C"/>
                </a:solidFill>
              </a:rPr>
              <a:t>Scroll to the right and click </a:t>
            </a:r>
            <a:r>
              <a:rPr lang="en-US" sz="1400" b="1" dirty="0">
                <a:solidFill>
                  <a:srgbClr val="66768C"/>
                </a:solidFill>
              </a:rPr>
              <a:t>Edit</a:t>
            </a:r>
            <a:r>
              <a:rPr lang="en-US" sz="1400" dirty="0">
                <a:solidFill>
                  <a:srgbClr val="66768C"/>
                </a:solidFill>
              </a:rPr>
              <a:t>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0AEAAA-C831-07F2-E70F-C1C7D04FBFED}"/>
              </a:ext>
            </a:extLst>
          </p:cNvPr>
          <p:cNvSpPr/>
          <p:nvPr/>
        </p:nvSpPr>
        <p:spPr>
          <a:xfrm>
            <a:off x="9874532" y="6083710"/>
            <a:ext cx="1312120" cy="36753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4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3AF98701-2DA9-38A5-E393-26CFB335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3942448-2758-937A-2F6F-2F58B81F12F0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3" name="14_Edit and Deactivate Sample">
            <a:hlinkClick r:id="" action="ppaction://media"/>
            <a:extLst>
              <a:ext uri="{FF2B5EF4-FFF2-40B4-BE49-F238E27FC236}">
                <a16:creationId xmlns:a16="http://schemas.microsoft.com/office/drawing/2014/main" id="{A35838FF-2F46-5022-30C2-C6A92C4E1E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2106" y="1207007"/>
            <a:ext cx="8887787" cy="55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4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7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8097</TotalTime>
  <Words>89</Words>
  <Application>Microsoft Macintosh PowerPoint</Application>
  <PresentationFormat>Widescreen</PresentationFormat>
  <Paragraphs>6</Paragraphs>
  <Slides>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Gill Sans MT</vt:lpstr>
      <vt:lpstr>Parcel</vt:lpstr>
      <vt:lpstr>Deactivating Sample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89</cp:revision>
  <dcterms:created xsi:type="dcterms:W3CDTF">2023-01-20T14:09:08Z</dcterms:created>
  <dcterms:modified xsi:type="dcterms:W3CDTF">2026-09-24T12:41:28Z</dcterms:modified>
</cp:coreProperties>
</file>