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6"/>
  </p:notesMasterIdLst>
  <p:sldIdLst>
    <p:sldId id="313" r:id="rId2"/>
    <p:sldId id="277" r:id="rId3"/>
    <p:sldId id="306" r:id="rId4"/>
    <p:sldId id="34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9645"/>
  </p:normalViewPr>
  <p:slideViewPr>
    <p:cSldViewPr snapToGrid="0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E206-E7AC-015C-568E-F62CED6B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4E187-43AD-2245-2821-1F69F1B25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C50F6-9255-3C27-0443-13DD11C69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976B3-6A87-86F5-1D2F-696C29B9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41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C2BC615B-8A22-76A1-1DC4-76C70C0B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B0530B5F-9001-1C6F-CF12-2D81B4A04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F20DFE0B-0DA0-BD7D-87E3-BE2EC76B4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990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75BA1E4A-6924-2AD0-AE9A-4E91ECD7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480AD136-5AF9-B7F1-37C1-2A58F48C0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BA5B475F-FE27-13A0-1B0E-7622B7D1F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0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9/23/26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36A33-3631-F294-3B5E-FFC7C85D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2C50-7055-78CE-9F3E-C342435C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SESAR Codes</a:t>
            </a:r>
          </a:p>
        </p:txBody>
      </p:sp>
    </p:spTree>
    <p:extLst>
      <p:ext uri="{BB962C8B-B14F-4D97-AF65-F5344CB8AC3E}">
        <p14:creationId xmlns:p14="http://schemas.microsoft.com/office/powerpoint/2010/main" val="173338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">
            <a:extLst>
              <a:ext uri="{FF2B5EF4-FFF2-40B4-BE49-F238E27FC236}">
                <a16:creationId xmlns:a16="http://schemas.microsoft.com/office/drawing/2014/main" id="{CAD50A79-37F0-9D69-7FE5-78EF81C6F4AE}"/>
              </a:ext>
            </a:extLst>
          </p:cNvPr>
          <p:cNvSpPr/>
          <p:nvPr/>
        </p:nvSpPr>
        <p:spPr>
          <a:xfrm>
            <a:off x="1081546" y="5370216"/>
            <a:ext cx="9497963" cy="1256376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1A836BFD-B90E-DE5E-2891-4DF04FF8590F}"/>
              </a:ext>
            </a:extLst>
          </p:cNvPr>
          <p:cNvSpPr/>
          <p:nvPr/>
        </p:nvSpPr>
        <p:spPr>
          <a:xfrm>
            <a:off x="615135" y="1276511"/>
            <a:ext cx="7539513" cy="3811187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C55C6E82-B062-94BC-AD9E-A55A54336E89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Creating a SESAR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B7AEE3-DB42-4996-67A4-B39D366C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023"/>
          <a:stretch>
            <a:fillRect/>
          </a:stretch>
        </p:blipFill>
        <p:spPr>
          <a:xfrm>
            <a:off x="683004" y="1341396"/>
            <a:ext cx="7378239" cy="3593069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7C389076-A3FA-9488-FA2B-9B307831CDF5}"/>
              </a:ext>
            </a:extLst>
          </p:cNvPr>
          <p:cNvSpPr/>
          <p:nvPr/>
        </p:nvSpPr>
        <p:spPr>
          <a:xfrm>
            <a:off x="1229032" y="5524653"/>
            <a:ext cx="9153833" cy="109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66768C"/>
                </a:solidFill>
              </a:rPr>
              <a:t>Under the left side panel, click </a:t>
            </a:r>
            <a:r>
              <a:rPr lang="en-US" sz="1600" b="1" dirty="0">
                <a:solidFill>
                  <a:srgbClr val="66768C"/>
                </a:solidFill>
              </a:rPr>
              <a:t>SESAR Codes </a:t>
            </a:r>
            <a:r>
              <a:rPr lang="en-US" sz="1600" dirty="0">
                <a:solidFill>
                  <a:srgbClr val="66768C"/>
                </a:solidFill>
              </a:rPr>
              <a:t>to create, delete, and access existing SESAR Codes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66768C"/>
                </a:solidFill>
              </a:rPr>
              <a:t>Click </a:t>
            </a:r>
            <a:r>
              <a:rPr lang="en-US" sz="1600" b="1" dirty="0">
                <a:solidFill>
                  <a:srgbClr val="66768C"/>
                </a:solidFill>
              </a:rPr>
              <a:t>Create New Code</a:t>
            </a:r>
            <a:r>
              <a:rPr lang="en-US" sz="1600" dirty="0">
                <a:solidFill>
                  <a:srgbClr val="66768C"/>
                </a:solidFill>
              </a:rPr>
              <a:t> and enter a three character code of any alpha-numeric combination.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If a code is already in use, the system will flag it. </a:t>
            </a:r>
            <a:r>
              <a:rPr lang="en-US" sz="1600" dirty="0">
                <a:solidFill>
                  <a:srgbClr val="66768C"/>
                </a:solidFill>
              </a:rPr>
              <a:t>Please try again.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66768C"/>
                </a:solidFill>
              </a:rPr>
              <a:t>Successful codes will be</a:t>
            </a:r>
            <a:r>
              <a:rPr lang="en-US" sz="1600" dirty="0">
                <a:solidFill>
                  <a:srgbClr val="00B050"/>
                </a:solidFill>
              </a:rPr>
              <a:t> added to Your SESAR Code </a:t>
            </a:r>
            <a:r>
              <a:rPr lang="en-US" sz="1600" dirty="0">
                <a:solidFill>
                  <a:srgbClr val="66768C"/>
                </a:solidFill>
              </a:rPr>
              <a:t>page</a:t>
            </a:r>
            <a:r>
              <a:rPr lang="en-US" sz="1600" dirty="0">
                <a:solidFill>
                  <a:srgbClr val="00B050"/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D2A00-A006-8567-D2FD-8639A4229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912" y="1198135"/>
            <a:ext cx="3021427" cy="1804808"/>
          </a:xfrm>
          <a:prstGeom prst="rect">
            <a:avLst/>
          </a:prstGeom>
          <a:ln w="31750">
            <a:solidFill>
              <a:srgbClr val="FFCA54"/>
            </a:solidFill>
          </a:ln>
          <a:effectLst>
            <a:softEdge rad="7904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4E5B02-15BE-119F-FACF-D234B3C8C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912" y="3167245"/>
            <a:ext cx="3021427" cy="1989371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5520B7B-5E6D-CD62-F80E-4DE387AF620F}"/>
              </a:ext>
            </a:extLst>
          </p:cNvPr>
          <p:cNvGrpSpPr/>
          <p:nvPr/>
        </p:nvGrpSpPr>
        <p:grpSpPr>
          <a:xfrm>
            <a:off x="282351" y="2511474"/>
            <a:ext cx="275685" cy="278152"/>
            <a:chOff x="643848" y="1739377"/>
            <a:chExt cx="384238" cy="384048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03695EAA-68AA-22B9-2DA1-545480F6F0B4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CC720DEA-1E46-B620-599E-52FED29D7B39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EF2372-EED6-4DD1-AF95-A1A2D674ACBB}"/>
              </a:ext>
            </a:extLst>
          </p:cNvPr>
          <p:cNvGrpSpPr/>
          <p:nvPr/>
        </p:nvGrpSpPr>
        <p:grpSpPr>
          <a:xfrm>
            <a:off x="5756439" y="1778351"/>
            <a:ext cx="275685" cy="278152"/>
            <a:chOff x="643848" y="1739377"/>
            <a:chExt cx="384238" cy="384048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1EBAC1C5-EDBE-E1F6-8056-151A0C91C988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E746CED3-73D5-B74C-E4BF-F065F4832288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91BBF1C-B1CB-D135-0C24-09B366030A6D}"/>
              </a:ext>
            </a:extLst>
          </p:cNvPr>
          <p:cNvSpPr/>
          <p:nvPr/>
        </p:nvSpPr>
        <p:spPr>
          <a:xfrm>
            <a:off x="648093" y="2522563"/>
            <a:ext cx="828407" cy="249352"/>
          </a:xfrm>
          <a:prstGeom prst="roundRect">
            <a:avLst/>
          </a:prstGeom>
          <a:noFill/>
          <a:ln w="28575">
            <a:solidFill>
              <a:srgbClr val="FFCA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977D1E6-B0F1-57F1-FCA7-173961143DA0}"/>
              </a:ext>
            </a:extLst>
          </p:cNvPr>
          <p:cNvSpPr/>
          <p:nvPr/>
        </p:nvSpPr>
        <p:spPr>
          <a:xfrm>
            <a:off x="6117413" y="1792788"/>
            <a:ext cx="853541" cy="278152"/>
          </a:xfrm>
          <a:prstGeom prst="roundRect">
            <a:avLst/>
          </a:prstGeom>
          <a:noFill/>
          <a:ln w="28575">
            <a:solidFill>
              <a:srgbClr val="FFCA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7FE1AB-2E33-D961-0FBD-3273DF7D75A7}"/>
              </a:ext>
            </a:extLst>
          </p:cNvPr>
          <p:cNvCxnSpPr>
            <a:cxnSpLocks/>
          </p:cNvCxnSpPr>
          <p:nvPr/>
        </p:nvCxnSpPr>
        <p:spPr>
          <a:xfrm>
            <a:off x="6959988" y="2056503"/>
            <a:ext cx="1640788" cy="953944"/>
          </a:xfrm>
          <a:prstGeom prst="line">
            <a:avLst/>
          </a:prstGeom>
          <a:ln w="1905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0B32925-5051-7364-71C7-065D97B4DC04}"/>
              </a:ext>
            </a:extLst>
          </p:cNvPr>
          <p:cNvCxnSpPr>
            <a:cxnSpLocks/>
          </p:cNvCxnSpPr>
          <p:nvPr/>
        </p:nvCxnSpPr>
        <p:spPr>
          <a:xfrm flipV="1">
            <a:off x="6959988" y="1188163"/>
            <a:ext cx="1640788" cy="604625"/>
          </a:xfrm>
          <a:prstGeom prst="line">
            <a:avLst/>
          </a:prstGeom>
          <a:ln w="1905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Shape 2">
            <a:extLst>
              <a:ext uri="{FF2B5EF4-FFF2-40B4-BE49-F238E27FC236}">
                <a16:creationId xmlns:a16="http://schemas.microsoft.com/office/drawing/2014/main" id="{2471D502-6FB9-FA88-8813-EDE32C4FFAED}"/>
              </a:ext>
            </a:extLst>
          </p:cNvPr>
          <p:cNvSpPr/>
          <p:nvPr/>
        </p:nvSpPr>
        <p:spPr>
          <a:xfrm>
            <a:off x="2610163" y="3701164"/>
            <a:ext cx="5121736" cy="1319864"/>
          </a:xfrm>
          <a:prstGeom prst="roundRect">
            <a:avLst>
              <a:gd name="adj" fmla="val 6090"/>
            </a:avLst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E48162D-B2A5-A6A8-911E-7AFA14CFC5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64" t="10556" r="4612" b="12427"/>
          <a:stretch>
            <a:fillRect/>
          </a:stretch>
        </p:blipFill>
        <p:spPr>
          <a:xfrm>
            <a:off x="2735639" y="3842396"/>
            <a:ext cx="4859260" cy="1076427"/>
          </a:xfrm>
          <a:prstGeom prst="rect">
            <a:avLst/>
          </a:prstGeom>
        </p:spPr>
      </p:pic>
      <p:sp>
        <p:nvSpPr>
          <p:cNvPr id="48" name="Shape 3">
            <a:extLst>
              <a:ext uri="{FF2B5EF4-FFF2-40B4-BE49-F238E27FC236}">
                <a16:creationId xmlns:a16="http://schemas.microsoft.com/office/drawing/2014/main" id="{EB0A00E1-F00A-5287-43AF-4CDFCFB63E7F}"/>
              </a:ext>
            </a:extLst>
          </p:cNvPr>
          <p:cNvSpPr/>
          <p:nvPr/>
        </p:nvSpPr>
        <p:spPr>
          <a:xfrm>
            <a:off x="8258663" y="3167245"/>
            <a:ext cx="275549" cy="27815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168C719C-792B-1A95-7F5D-7A1ED533F04B}"/>
              </a:ext>
            </a:extLst>
          </p:cNvPr>
          <p:cNvSpPr/>
          <p:nvPr/>
        </p:nvSpPr>
        <p:spPr>
          <a:xfrm>
            <a:off x="8258799" y="3243406"/>
            <a:ext cx="275549" cy="119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52BE27-3A5A-01A9-362D-860427770902}"/>
              </a:ext>
            </a:extLst>
          </p:cNvPr>
          <p:cNvGrpSpPr/>
          <p:nvPr/>
        </p:nvGrpSpPr>
        <p:grpSpPr>
          <a:xfrm>
            <a:off x="2242099" y="3806837"/>
            <a:ext cx="275684" cy="278152"/>
            <a:chOff x="643848" y="1739377"/>
            <a:chExt cx="384236" cy="384048"/>
          </a:xfrm>
        </p:grpSpPr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EA933668-9980-6BFF-667F-0589CD2B12D4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C4FFA710-62C1-C6F1-3D78-C576DCC25BE6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4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0372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E742EF99-8B56-2CDC-4890-A915AA0F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17DEBB0-FFDF-FF42-2B30-89A4179A784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Deleting a SESAR Code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60F938-320A-E25E-6F09-6BD3C087D3D5}"/>
              </a:ext>
            </a:extLst>
          </p:cNvPr>
          <p:cNvSpPr/>
          <p:nvPr/>
        </p:nvSpPr>
        <p:spPr>
          <a:xfrm>
            <a:off x="6096000" y="2289630"/>
            <a:ext cx="3366971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Use the trash button to delete SESAR Codes.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13755E-3D87-F081-BFA3-4AD810961735}"/>
              </a:ext>
            </a:extLst>
          </p:cNvPr>
          <p:cNvGrpSpPr/>
          <p:nvPr/>
        </p:nvGrpSpPr>
        <p:grpSpPr>
          <a:xfrm>
            <a:off x="423136" y="1682367"/>
            <a:ext cx="5509431" cy="1764106"/>
            <a:chOff x="407275" y="1473946"/>
            <a:chExt cx="5509431" cy="1764106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9498BCBB-48B2-0732-5221-CB3C9351E025}"/>
                </a:ext>
              </a:extLst>
            </p:cNvPr>
            <p:cNvSpPr/>
            <p:nvPr/>
          </p:nvSpPr>
          <p:spPr>
            <a:xfrm>
              <a:off x="407275" y="1473946"/>
              <a:ext cx="5509431" cy="1764106"/>
            </a:xfrm>
            <a:prstGeom prst="roundRect">
              <a:avLst>
                <a:gd name="adj" fmla="val 1735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F3AEC5-7289-64B7-35A8-C761042A3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4" t="8465" r="4804" b="9953"/>
            <a:stretch>
              <a:fillRect/>
            </a:stretch>
          </p:blipFill>
          <p:spPr>
            <a:xfrm>
              <a:off x="522505" y="1540782"/>
              <a:ext cx="5310693" cy="159213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9B27E9-3C33-2567-4125-00FFF60BE156}"/>
              </a:ext>
            </a:extLst>
          </p:cNvPr>
          <p:cNvGrpSpPr/>
          <p:nvPr/>
        </p:nvGrpSpPr>
        <p:grpSpPr>
          <a:xfrm>
            <a:off x="5088682" y="3885554"/>
            <a:ext cx="6567947" cy="2290916"/>
            <a:chOff x="4710751" y="4034117"/>
            <a:chExt cx="6876077" cy="2216075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5691ACF0-C9F0-0DB9-30E5-0E76A6610B81}"/>
                </a:ext>
              </a:extLst>
            </p:cNvPr>
            <p:cNvSpPr/>
            <p:nvPr/>
          </p:nvSpPr>
          <p:spPr>
            <a:xfrm>
              <a:off x="4710751" y="4034117"/>
              <a:ext cx="6876077" cy="2216075"/>
            </a:xfrm>
            <a:prstGeom prst="roundRect">
              <a:avLst>
                <a:gd name="adj" fmla="val 1735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EC6F16-24CD-EFFD-62D3-881A0EFF0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43"/>
            <a:stretch>
              <a:fillRect/>
            </a:stretch>
          </p:blipFill>
          <p:spPr>
            <a:xfrm>
              <a:off x="4808667" y="4124049"/>
              <a:ext cx="6688655" cy="1951579"/>
            </a:xfrm>
            <a:prstGeom prst="rect">
              <a:avLst/>
            </a:prstGeom>
          </p:spPr>
        </p:pic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47EE014F-58A4-69C2-1CEB-A9ED257D3E9E}"/>
              </a:ext>
            </a:extLst>
          </p:cNvPr>
          <p:cNvSpPr/>
          <p:nvPr/>
        </p:nvSpPr>
        <p:spPr>
          <a:xfrm>
            <a:off x="1203109" y="4775373"/>
            <a:ext cx="3800078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Please note, only SESAR Codes </a:t>
            </a:r>
            <a:r>
              <a:rPr lang="en-US" sz="1400" dirty="0">
                <a:solidFill>
                  <a:srgbClr val="FF0000"/>
                </a:solidFill>
              </a:rPr>
              <a:t>without any samples </a:t>
            </a:r>
            <a:r>
              <a:rPr lang="en-US" sz="1400" dirty="0">
                <a:solidFill>
                  <a:srgbClr val="66768C"/>
                </a:solidFill>
              </a:rPr>
              <a:t>associated with it can be deleted. </a:t>
            </a:r>
            <a:endParaRPr lang="en-US" sz="1050" dirty="0"/>
          </a:p>
        </p:txBody>
      </p:sp>
      <p:sp>
        <p:nvSpPr>
          <p:cNvPr id="21" name="Donut 20">
            <a:extLst>
              <a:ext uri="{FF2B5EF4-FFF2-40B4-BE49-F238E27FC236}">
                <a16:creationId xmlns:a16="http://schemas.microsoft.com/office/drawing/2014/main" id="{AFA1AB3F-0162-9926-E0A1-3C2F74627C94}"/>
              </a:ext>
            </a:extLst>
          </p:cNvPr>
          <p:cNvSpPr/>
          <p:nvPr/>
        </p:nvSpPr>
        <p:spPr>
          <a:xfrm>
            <a:off x="5388427" y="2854837"/>
            <a:ext cx="452842" cy="442837"/>
          </a:xfrm>
          <a:prstGeom prst="donut">
            <a:avLst>
              <a:gd name="adj" fmla="val 8054"/>
            </a:avLst>
          </a:prstGeom>
          <a:solidFill>
            <a:srgbClr val="FFCA54"/>
          </a:solidFill>
          <a:ln w="0">
            <a:solidFill>
              <a:srgbClr val="FFCA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04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A3CF7D9-CF80-1D38-1A91-4AB1B2EA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DAFDC9C-6B9B-069A-1A07-F520AFE51951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3" name="Use this for SESAR Code">
            <a:hlinkClick r:id="" action="ppaction://media"/>
            <a:extLst>
              <a:ext uri="{FF2B5EF4-FFF2-40B4-BE49-F238E27FC236}">
                <a16:creationId xmlns:a16="http://schemas.microsoft.com/office/drawing/2014/main" id="{EECA2DD7-B829-7368-5C35-A4A75FE868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3563" y="1145924"/>
            <a:ext cx="7104874" cy="565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7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7434</TotalTime>
  <Words>106</Words>
  <Application>Microsoft Macintosh PowerPoint</Application>
  <PresentationFormat>Widescreen</PresentationFormat>
  <Paragraphs>15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SESAR Codes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84</cp:revision>
  <dcterms:created xsi:type="dcterms:W3CDTF">2023-01-20T14:09:08Z</dcterms:created>
  <dcterms:modified xsi:type="dcterms:W3CDTF">2026-09-24T02:12:03Z</dcterms:modified>
</cp:coreProperties>
</file>