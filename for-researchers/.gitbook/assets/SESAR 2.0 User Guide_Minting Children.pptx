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6"/>
  </p:notesMasterIdLst>
  <p:sldIdLst>
    <p:sldId id="369" r:id="rId2"/>
    <p:sldId id="379" r:id="rId3"/>
    <p:sldId id="380" r:id="rId4"/>
    <p:sldId id="38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46"/>
    <p:restoredTop sz="89558"/>
  </p:normalViewPr>
  <p:slideViewPr>
    <p:cSldViewPr snapToGrid="0">
      <p:cViewPr varScale="1">
        <p:scale>
          <a:sx n="169" d="100"/>
          <a:sy n="169" d="100"/>
        </p:scale>
        <p:origin x="224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C516-7B57-4DDF-2167-E5FF8E40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92D4A-FE96-A624-ED1A-88BF2F9E0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59D3F-CAFE-B552-6EA0-A281057DD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C8944-B5D8-CA78-97A2-351F405A2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54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D7288095-3705-1DBD-E945-D2883F95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16E298DF-ADD3-CE45-58A4-89FB76A70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2F2C108B-BA81-9A2B-D1FE-92AD56500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489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86E4DE7-1163-9C5E-8F09-BE2BC56A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AA519F7C-DB40-A5E3-FC68-E2754CCD7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675E84F5-13B4-56FF-1C43-7EB1699BE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86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BE10AEE-07F1-179F-35A6-984D4B5C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C1AEA173-487F-A976-E4E7-E9A21A911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7C73FADD-9524-A45E-9C48-9AC9BA54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3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9/23/26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326EA-85AE-3A45-6C71-226A7216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0F99-4AF2-0EC7-F8D3-49E86C199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Minting Children</a:t>
            </a:r>
          </a:p>
        </p:txBody>
      </p:sp>
    </p:spTree>
    <p:extLst>
      <p:ext uri="{BB962C8B-B14F-4D97-AF65-F5344CB8AC3E}">
        <p14:creationId xmlns:p14="http://schemas.microsoft.com/office/powerpoint/2010/main" val="285278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906B83E-40A8-D272-9E7C-E9DACEE6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289E0AC9-41D2-1C4A-0766-230BF42E3A6F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Mint Children Samples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93F731-8E42-B71A-2784-005D244D4B95}"/>
              </a:ext>
            </a:extLst>
          </p:cNvPr>
          <p:cNvGrpSpPr/>
          <p:nvPr/>
        </p:nvGrpSpPr>
        <p:grpSpPr>
          <a:xfrm>
            <a:off x="1533850" y="1680765"/>
            <a:ext cx="9368945" cy="4434900"/>
            <a:chOff x="2146403" y="1216104"/>
            <a:chExt cx="6730139" cy="3217770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2BC75F2E-F828-42FF-B988-B90E40CE8C4B}"/>
                </a:ext>
              </a:extLst>
            </p:cNvPr>
            <p:cNvSpPr/>
            <p:nvPr/>
          </p:nvSpPr>
          <p:spPr>
            <a:xfrm>
              <a:off x="2146403" y="1216104"/>
              <a:ext cx="6730139" cy="321777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B060513-1E42-39AF-3772-A47DE3BE9F29}"/>
                </a:ext>
              </a:extLst>
            </p:cNvPr>
            <p:cNvSpPr/>
            <p:nvPr/>
          </p:nvSpPr>
          <p:spPr>
            <a:xfrm>
              <a:off x="4035557" y="3782086"/>
              <a:ext cx="2951829" cy="5554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66768C"/>
                  </a:solidFill>
                </a:rPr>
                <a:t>Select the sample you want to mint a child. </a:t>
              </a:r>
              <a:br>
                <a:rPr lang="en-US" dirty="0">
                  <a:solidFill>
                    <a:srgbClr val="66768C"/>
                  </a:solidFill>
                </a:rPr>
              </a:br>
              <a:r>
                <a:rPr lang="en-US" dirty="0">
                  <a:solidFill>
                    <a:srgbClr val="66768C"/>
                  </a:solidFill>
                </a:rPr>
                <a:t>You can only choose one sample at a time.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92DE8A-5BB3-B963-E3AD-CD6FA4747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07"/>
            <a:stretch>
              <a:fillRect/>
            </a:stretch>
          </p:blipFill>
          <p:spPr>
            <a:xfrm>
              <a:off x="2227634" y="1259681"/>
              <a:ext cx="6648908" cy="2426098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A79E584-29AD-BC4E-CA07-4C46C5610BC2}"/>
                </a:ext>
              </a:extLst>
            </p:cNvPr>
            <p:cNvSpPr/>
            <p:nvPr/>
          </p:nvSpPr>
          <p:spPr>
            <a:xfrm>
              <a:off x="5797939" y="1608866"/>
              <a:ext cx="946435" cy="442920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AC9B82AD-AD8E-51AD-8146-40C9F8C0CFF1}"/>
                </a:ext>
              </a:extLst>
            </p:cNvPr>
            <p:cNvSpPr/>
            <p:nvPr/>
          </p:nvSpPr>
          <p:spPr>
            <a:xfrm>
              <a:off x="3969121" y="2509675"/>
              <a:ext cx="4669042" cy="312036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67184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93F44D-3816-6078-AA15-49919D24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55C324C-3C7B-2999-D0B9-0395BAFEE931}"/>
              </a:ext>
            </a:extLst>
          </p:cNvPr>
          <p:cNvSpPr/>
          <p:nvPr/>
        </p:nvSpPr>
        <p:spPr>
          <a:xfrm>
            <a:off x="5703199" y="1825197"/>
            <a:ext cx="6285966" cy="4113487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46263E92-DC14-975E-5F18-B4C033AC4E21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Mint Children Samples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544D2A-BCAF-362F-346D-440A4F79F95C}"/>
              </a:ext>
            </a:extLst>
          </p:cNvPr>
          <p:cNvGrpSpPr/>
          <p:nvPr/>
        </p:nvGrpSpPr>
        <p:grpSpPr>
          <a:xfrm>
            <a:off x="202835" y="1228482"/>
            <a:ext cx="5313047" cy="5283424"/>
            <a:chOff x="6672476" y="1199491"/>
            <a:chExt cx="5313047" cy="5283424"/>
          </a:xfrm>
        </p:grpSpPr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A238DF4F-6E7E-79E9-62FF-0190E360BA49}"/>
                </a:ext>
              </a:extLst>
            </p:cNvPr>
            <p:cNvSpPr/>
            <p:nvPr/>
          </p:nvSpPr>
          <p:spPr>
            <a:xfrm>
              <a:off x="6672476" y="1199491"/>
              <a:ext cx="5313047" cy="5283424"/>
            </a:xfrm>
            <a:prstGeom prst="roundRect">
              <a:avLst>
                <a:gd name="adj" fmla="val 1830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0A8A240-C120-3D43-7F06-6537546EC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7033" y="1304594"/>
              <a:ext cx="5133219" cy="4201992"/>
            </a:xfrm>
            <a:prstGeom prst="rect">
              <a:avLst/>
            </a:prstGeom>
          </p:spPr>
        </p:pic>
      </p:grpSp>
      <p:sp>
        <p:nvSpPr>
          <p:cNvPr id="25" name="Text 5">
            <a:extLst>
              <a:ext uri="{FF2B5EF4-FFF2-40B4-BE49-F238E27FC236}">
                <a16:creationId xmlns:a16="http://schemas.microsoft.com/office/drawing/2014/main" id="{CCE6690B-4E4A-0851-6997-C6021C71931E}"/>
              </a:ext>
            </a:extLst>
          </p:cNvPr>
          <p:cNvSpPr/>
          <p:nvPr/>
        </p:nvSpPr>
        <p:spPr>
          <a:xfrm>
            <a:off x="501432" y="5588128"/>
            <a:ext cx="4847302" cy="87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The mint child sample form will automatically copy over existing metadata from the parent sample. Uncheck those that are not needed.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FB5B8F-7B15-A65C-D13C-551ACBF26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756" y="1937017"/>
            <a:ext cx="6126393" cy="3392067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1998979B-0A06-945F-94D4-4A72E050817A}"/>
              </a:ext>
            </a:extLst>
          </p:cNvPr>
          <p:cNvSpPr/>
          <p:nvPr/>
        </p:nvSpPr>
        <p:spPr>
          <a:xfrm>
            <a:off x="6676120" y="5152515"/>
            <a:ext cx="4847285" cy="87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Follow the steps for registration.  </a:t>
            </a:r>
            <a:br>
              <a:rPr lang="en-US" sz="1600" dirty="0">
                <a:solidFill>
                  <a:srgbClr val="66768C"/>
                </a:solidFill>
              </a:rPr>
            </a:br>
            <a:r>
              <a:rPr lang="en-US" sz="1600" dirty="0">
                <a:solidFill>
                  <a:srgbClr val="66768C"/>
                </a:solidFill>
              </a:rPr>
              <a:t>This is the same as an individual sample registration.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7DF490-9539-5923-4F4D-984F66539F50}"/>
              </a:ext>
            </a:extLst>
          </p:cNvPr>
          <p:cNvSpPr/>
          <p:nvPr/>
        </p:nvSpPr>
        <p:spPr>
          <a:xfrm>
            <a:off x="4342748" y="5214422"/>
            <a:ext cx="1090543" cy="37370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6D0B35-8D1A-3033-9AB4-AE82DB4F94C5}"/>
              </a:ext>
            </a:extLst>
          </p:cNvPr>
          <p:cNvSpPr/>
          <p:nvPr/>
        </p:nvSpPr>
        <p:spPr>
          <a:xfrm>
            <a:off x="10656459" y="4840716"/>
            <a:ext cx="1154541" cy="37370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7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E2181A04-8BF5-2873-6A8E-109AA3DE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362FAC6-4FC1-3035-DDC9-CAB55CF14DB3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3" name="15_Minting child">
            <a:hlinkClick r:id="" action="ppaction://media"/>
            <a:extLst>
              <a:ext uri="{FF2B5EF4-FFF2-40B4-BE49-F238E27FC236}">
                <a16:creationId xmlns:a16="http://schemas.microsoft.com/office/drawing/2014/main" id="{5B236FC3-5307-0157-AA23-087A057390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4562" y="1155421"/>
            <a:ext cx="9322875" cy="568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7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7436</TotalTime>
  <Words>72</Words>
  <Application>Microsoft Macintosh PowerPoint</Application>
  <PresentationFormat>Widescreen</PresentationFormat>
  <Paragraphs>8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Minting Children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83</cp:revision>
  <dcterms:created xsi:type="dcterms:W3CDTF">2023-01-20T14:09:08Z</dcterms:created>
  <dcterms:modified xsi:type="dcterms:W3CDTF">2026-09-23T19:55:16Z</dcterms:modified>
</cp:coreProperties>
</file>